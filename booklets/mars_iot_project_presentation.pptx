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6" r:id="rId10"/>
    <p:sldId id="265" r:id="rId11"/>
    <p:sldId id="266" r:id="rId12"/>
    <p:sldId id="277" r:id="rId13"/>
    <p:sldId id="267" r:id="rId14"/>
    <p:sldId id="278" r:id="rId15"/>
    <p:sldId id="268" r:id="rId16"/>
    <p:sldId id="269" r:id="rId17"/>
    <p:sldId id="270" r:id="rId18"/>
    <p:sldId id="271" r:id="rId19"/>
    <p:sldId id="279" r:id="rId20"/>
    <p:sldId id="272" r:id="rId21"/>
    <p:sldId id="273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4"/>
  </p:normalViewPr>
  <p:slideViewPr>
    <p:cSldViewPr snapToGrid="0" snapToObjects="1">
      <p:cViewPr varScale="1">
        <p:scale>
          <a:sx n="112" d="100"/>
          <a:sy n="112" d="100"/>
        </p:scale>
        <p:origin x="1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1.png"/><Relationship Id="rId7" Type="http://schemas.openxmlformats.org/officeDocument/2006/relationships/image" Target="../media/image4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1.png"/><Relationship Id="rId7" Type="http://schemas.openxmlformats.org/officeDocument/2006/relationships/image" Target="../media/image4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CEE355-BCF7-4CA4-AD96-E2AE3DC073DA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30DD5F9-E780-481B-AEF2-2C1860E22C1B}">
      <dgm:prSet/>
      <dgm:spPr/>
      <dgm:t>
        <a:bodyPr/>
        <a:lstStyle/>
        <a:p>
          <a:r>
            <a:rPr lang="en-US" dirty="0"/>
            <a:t>Team: 404 Nation</a:t>
          </a:r>
        </a:p>
      </dgm:t>
    </dgm:pt>
    <dgm:pt modelId="{EC1F1A6D-2906-4CD9-B9A1-4EE2CBA44B7E}" type="parTrans" cxnId="{F7F689A2-F59B-4B9F-8B45-FB40A9CDCF9C}">
      <dgm:prSet/>
      <dgm:spPr/>
      <dgm:t>
        <a:bodyPr/>
        <a:lstStyle/>
        <a:p>
          <a:endParaRPr lang="en-US"/>
        </a:p>
      </dgm:t>
    </dgm:pt>
    <dgm:pt modelId="{351C5469-8A09-4B8C-A9CB-7D554D025DB5}" type="sibTrans" cxnId="{F7F689A2-F59B-4B9F-8B45-FB40A9CDCF9C}">
      <dgm:prSet/>
      <dgm:spPr/>
      <dgm:t>
        <a:bodyPr/>
        <a:lstStyle/>
        <a:p>
          <a:endParaRPr lang="en-US"/>
        </a:p>
      </dgm:t>
    </dgm:pt>
    <dgm:pt modelId="{C431DE07-D057-4CFE-BF6C-14391BBC14F4}">
      <dgm:prSet/>
      <dgm:spPr/>
      <dgm:t>
        <a:bodyPr/>
        <a:lstStyle/>
        <a:p>
          <a:r>
            <a:rPr lang="en-US" dirty="0"/>
            <a:t>Course: Laboratory of Advanced Programming</a:t>
          </a:r>
        </a:p>
      </dgm:t>
    </dgm:pt>
    <dgm:pt modelId="{EFCCAC7E-4207-4D90-B8B4-CBB09CAAFAEC}" type="parTrans" cxnId="{22E5DEDB-0DFD-4C77-9C95-79462E6DA86E}">
      <dgm:prSet/>
      <dgm:spPr/>
      <dgm:t>
        <a:bodyPr/>
        <a:lstStyle/>
        <a:p>
          <a:endParaRPr lang="en-US"/>
        </a:p>
      </dgm:t>
    </dgm:pt>
    <dgm:pt modelId="{944F3584-49BA-4A51-AD9A-983BF5DF5598}" type="sibTrans" cxnId="{22E5DEDB-0DFD-4C77-9C95-79462E6DA86E}">
      <dgm:prSet/>
      <dgm:spPr/>
      <dgm:t>
        <a:bodyPr/>
        <a:lstStyle/>
        <a:p>
          <a:endParaRPr lang="en-US"/>
        </a:p>
      </dgm:t>
    </dgm:pt>
    <dgm:pt modelId="{A7C4F76C-4122-4E00-9939-D561889E25A4}">
      <dgm:prSet/>
      <dgm:spPr/>
      <dgm:t>
        <a:bodyPr/>
        <a:lstStyle/>
        <a:p>
          <a:r>
            <a:rPr lang="en-US" dirty="0"/>
            <a:t>Professor: </a:t>
          </a:r>
          <a:endParaRPr lang="en-RO" dirty="0"/>
        </a:p>
        <a:p>
          <a:pPr>
            <a:buNone/>
          </a:pPr>
          <a:r>
            <a:rPr lang="en-GB" b="0" dirty="0"/>
            <a:t>Massimo </a:t>
          </a:r>
          <a:r>
            <a:rPr lang="en-GB" b="0" dirty="0" err="1"/>
            <a:t>Mecella</a:t>
          </a:r>
          <a:endParaRPr lang="en-US" b="0" dirty="0"/>
        </a:p>
      </dgm:t>
    </dgm:pt>
    <dgm:pt modelId="{41358B11-3A4D-4C74-8B07-7F15D3060EB1}" type="parTrans" cxnId="{946D12AF-9FAD-409C-BD6C-5FD074831406}">
      <dgm:prSet/>
      <dgm:spPr/>
      <dgm:t>
        <a:bodyPr/>
        <a:lstStyle/>
        <a:p>
          <a:endParaRPr lang="en-US"/>
        </a:p>
      </dgm:t>
    </dgm:pt>
    <dgm:pt modelId="{6C662AA9-0725-4468-88EF-583E60695A64}" type="sibTrans" cxnId="{946D12AF-9FAD-409C-BD6C-5FD074831406}">
      <dgm:prSet/>
      <dgm:spPr/>
      <dgm:t>
        <a:bodyPr/>
        <a:lstStyle/>
        <a:p>
          <a:endParaRPr lang="en-US"/>
        </a:p>
      </dgm:t>
    </dgm:pt>
    <dgm:pt modelId="{2DAE9A15-14F2-3E4B-805F-4D17A7DEC81E}" type="pres">
      <dgm:prSet presAssocID="{97CEE355-BCF7-4CA4-AD96-E2AE3DC073DA}" presName="vert0" presStyleCnt="0">
        <dgm:presLayoutVars>
          <dgm:dir/>
          <dgm:animOne val="branch"/>
          <dgm:animLvl val="lvl"/>
        </dgm:presLayoutVars>
      </dgm:prSet>
      <dgm:spPr/>
    </dgm:pt>
    <dgm:pt modelId="{9F5ACF29-3B1A-E042-8852-79EC78EF36AB}" type="pres">
      <dgm:prSet presAssocID="{730DD5F9-E780-481B-AEF2-2C1860E22C1B}" presName="thickLine" presStyleLbl="alignNode1" presStyleIdx="0" presStyleCnt="3"/>
      <dgm:spPr/>
    </dgm:pt>
    <dgm:pt modelId="{FD391E17-827E-3649-95C9-6262FCC2E2DA}" type="pres">
      <dgm:prSet presAssocID="{730DD5F9-E780-481B-AEF2-2C1860E22C1B}" presName="horz1" presStyleCnt="0"/>
      <dgm:spPr/>
    </dgm:pt>
    <dgm:pt modelId="{9BA04249-8043-A446-B21A-4029FDF677E7}" type="pres">
      <dgm:prSet presAssocID="{730DD5F9-E780-481B-AEF2-2C1860E22C1B}" presName="tx1" presStyleLbl="revTx" presStyleIdx="0" presStyleCnt="3"/>
      <dgm:spPr/>
    </dgm:pt>
    <dgm:pt modelId="{E56D71B0-2E4A-004B-99A4-80B58C7F5CEF}" type="pres">
      <dgm:prSet presAssocID="{730DD5F9-E780-481B-AEF2-2C1860E22C1B}" presName="vert1" presStyleCnt="0"/>
      <dgm:spPr/>
    </dgm:pt>
    <dgm:pt modelId="{325A188A-1D15-2C40-BD9E-0DF6A4B74477}" type="pres">
      <dgm:prSet presAssocID="{C431DE07-D057-4CFE-BF6C-14391BBC14F4}" presName="thickLine" presStyleLbl="alignNode1" presStyleIdx="1" presStyleCnt="3"/>
      <dgm:spPr/>
    </dgm:pt>
    <dgm:pt modelId="{FA468F0E-399B-5742-983D-835F63A02990}" type="pres">
      <dgm:prSet presAssocID="{C431DE07-D057-4CFE-BF6C-14391BBC14F4}" presName="horz1" presStyleCnt="0"/>
      <dgm:spPr/>
    </dgm:pt>
    <dgm:pt modelId="{965DA849-D1EF-7F4F-A271-344481133143}" type="pres">
      <dgm:prSet presAssocID="{C431DE07-D057-4CFE-BF6C-14391BBC14F4}" presName="tx1" presStyleLbl="revTx" presStyleIdx="1" presStyleCnt="3"/>
      <dgm:spPr/>
    </dgm:pt>
    <dgm:pt modelId="{DDA5E6A6-8AD9-864D-B0C0-B1B148A2AFC4}" type="pres">
      <dgm:prSet presAssocID="{C431DE07-D057-4CFE-BF6C-14391BBC14F4}" presName="vert1" presStyleCnt="0"/>
      <dgm:spPr/>
    </dgm:pt>
    <dgm:pt modelId="{E25FFAD6-4F40-3C4E-9E44-C070E2B98389}" type="pres">
      <dgm:prSet presAssocID="{A7C4F76C-4122-4E00-9939-D561889E25A4}" presName="thickLine" presStyleLbl="alignNode1" presStyleIdx="2" presStyleCnt="3"/>
      <dgm:spPr/>
    </dgm:pt>
    <dgm:pt modelId="{E911505D-6327-724A-95B3-F2A6D97FC4AA}" type="pres">
      <dgm:prSet presAssocID="{A7C4F76C-4122-4E00-9939-D561889E25A4}" presName="horz1" presStyleCnt="0"/>
      <dgm:spPr/>
    </dgm:pt>
    <dgm:pt modelId="{B160686A-B4DA-1641-8146-DF157639589D}" type="pres">
      <dgm:prSet presAssocID="{A7C4F76C-4122-4E00-9939-D561889E25A4}" presName="tx1" presStyleLbl="revTx" presStyleIdx="2" presStyleCnt="3"/>
      <dgm:spPr/>
    </dgm:pt>
    <dgm:pt modelId="{F49E26D8-850E-824F-B746-45AF3022537B}" type="pres">
      <dgm:prSet presAssocID="{A7C4F76C-4122-4E00-9939-D561889E25A4}" presName="vert1" presStyleCnt="0"/>
      <dgm:spPr/>
    </dgm:pt>
  </dgm:ptLst>
  <dgm:cxnLst>
    <dgm:cxn modelId="{45D5584D-2777-F849-93FE-C7C2250A65B3}" type="presOf" srcId="{97CEE355-BCF7-4CA4-AD96-E2AE3DC073DA}" destId="{2DAE9A15-14F2-3E4B-805F-4D17A7DEC81E}" srcOrd="0" destOrd="0" presId="urn:microsoft.com/office/officeart/2008/layout/LinedList"/>
    <dgm:cxn modelId="{25081EA2-2E1F-0442-AE0A-5916F681020A}" type="presOf" srcId="{A7C4F76C-4122-4E00-9939-D561889E25A4}" destId="{B160686A-B4DA-1641-8146-DF157639589D}" srcOrd="0" destOrd="0" presId="urn:microsoft.com/office/officeart/2008/layout/LinedList"/>
    <dgm:cxn modelId="{F7F689A2-F59B-4B9F-8B45-FB40A9CDCF9C}" srcId="{97CEE355-BCF7-4CA4-AD96-E2AE3DC073DA}" destId="{730DD5F9-E780-481B-AEF2-2C1860E22C1B}" srcOrd="0" destOrd="0" parTransId="{EC1F1A6D-2906-4CD9-B9A1-4EE2CBA44B7E}" sibTransId="{351C5469-8A09-4B8C-A9CB-7D554D025DB5}"/>
    <dgm:cxn modelId="{946D12AF-9FAD-409C-BD6C-5FD074831406}" srcId="{97CEE355-BCF7-4CA4-AD96-E2AE3DC073DA}" destId="{A7C4F76C-4122-4E00-9939-D561889E25A4}" srcOrd="2" destOrd="0" parTransId="{41358B11-3A4D-4C74-8B07-7F15D3060EB1}" sibTransId="{6C662AA9-0725-4468-88EF-583E60695A64}"/>
    <dgm:cxn modelId="{3543EED4-ECF8-CA42-99A8-C8ABB1EF066F}" type="presOf" srcId="{730DD5F9-E780-481B-AEF2-2C1860E22C1B}" destId="{9BA04249-8043-A446-B21A-4029FDF677E7}" srcOrd="0" destOrd="0" presId="urn:microsoft.com/office/officeart/2008/layout/LinedList"/>
    <dgm:cxn modelId="{A74A0BD9-217B-B64D-99C3-A2818A07FA20}" type="presOf" srcId="{C431DE07-D057-4CFE-BF6C-14391BBC14F4}" destId="{965DA849-D1EF-7F4F-A271-344481133143}" srcOrd="0" destOrd="0" presId="urn:microsoft.com/office/officeart/2008/layout/LinedList"/>
    <dgm:cxn modelId="{22E5DEDB-0DFD-4C77-9C95-79462E6DA86E}" srcId="{97CEE355-BCF7-4CA4-AD96-E2AE3DC073DA}" destId="{C431DE07-D057-4CFE-BF6C-14391BBC14F4}" srcOrd="1" destOrd="0" parTransId="{EFCCAC7E-4207-4D90-B8B4-CBB09CAAFAEC}" sibTransId="{944F3584-49BA-4A51-AD9A-983BF5DF5598}"/>
    <dgm:cxn modelId="{25171954-332B-FB49-B985-FBD044587A97}" type="presParOf" srcId="{2DAE9A15-14F2-3E4B-805F-4D17A7DEC81E}" destId="{9F5ACF29-3B1A-E042-8852-79EC78EF36AB}" srcOrd="0" destOrd="0" presId="urn:microsoft.com/office/officeart/2008/layout/LinedList"/>
    <dgm:cxn modelId="{0B00817D-00F0-6547-ABEF-A212BBA30B8D}" type="presParOf" srcId="{2DAE9A15-14F2-3E4B-805F-4D17A7DEC81E}" destId="{FD391E17-827E-3649-95C9-6262FCC2E2DA}" srcOrd="1" destOrd="0" presId="urn:microsoft.com/office/officeart/2008/layout/LinedList"/>
    <dgm:cxn modelId="{B7C362D7-A61A-5F49-8E63-764C5FB1FAFB}" type="presParOf" srcId="{FD391E17-827E-3649-95C9-6262FCC2E2DA}" destId="{9BA04249-8043-A446-B21A-4029FDF677E7}" srcOrd="0" destOrd="0" presId="urn:microsoft.com/office/officeart/2008/layout/LinedList"/>
    <dgm:cxn modelId="{FB52261F-3A4A-924B-997E-E0D9EE4521CD}" type="presParOf" srcId="{FD391E17-827E-3649-95C9-6262FCC2E2DA}" destId="{E56D71B0-2E4A-004B-99A4-80B58C7F5CEF}" srcOrd="1" destOrd="0" presId="urn:microsoft.com/office/officeart/2008/layout/LinedList"/>
    <dgm:cxn modelId="{C2B33B2E-CF0C-284A-950F-057B5457B739}" type="presParOf" srcId="{2DAE9A15-14F2-3E4B-805F-4D17A7DEC81E}" destId="{325A188A-1D15-2C40-BD9E-0DF6A4B74477}" srcOrd="2" destOrd="0" presId="urn:microsoft.com/office/officeart/2008/layout/LinedList"/>
    <dgm:cxn modelId="{DA6C10A3-37C9-2A4A-85C1-3561A5CF088B}" type="presParOf" srcId="{2DAE9A15-14F2-3E4B-805F-4D17A7DEC81E}" destId="{FA468F0E-399B-5742-983D-835F63A02990}" srcOrd="3" destOrd="0" presId="urn:microsoft.com/office/officeart/2008/layout/LinedList"/>
    <dgm:cxn modelId="{FBF8A8AB-B3CD-5F48-B1FD-13CE53C9BBB8}" type="presParOf" srcId="{FA468F0E-399B-5742-983D-835F63A02990}" destId="{965DA849-D1EF-7F4F-A271-344481133143}" srcOrd="0" destOrd="0" presId="urn:microsoft.com/office/officeart/2008/layout/LinedList"/>
    <dgm:cxn modelId="{F0EA7D33-DFCD-5A4D-8FFF-2E6687D5616F}" type="presParOf" srcId="{FA468F0E-399B-5742-983D-835F63A02990}" destId="{DDA5E6A6-8AD9-864D-B0C0-B1B148A2AFC4}" srcOrd="1" destOrd="0" presId="urn:microsoft.com/office/officeart/2008/layout/LinedList"/>
    <dgm:cxn modelId="{3D5EC1E8-978B-9940-9CBC-B56621B764ED}" type="presParOf" srcId="{2DAE9A15-14F2-3E4B-805F-4D17A7DEC81E}" destId="{E25FFAD6-4F40-3C4E-9E44-C070E2B98389}" srcOrd="4" destOrd="0" presId="urn:microsoft.com/office/officeart/2008/layout/LinedList"/>
    <dgm:cxn modelId="{89B50A9A-240A-AE44-9520-8FDA6025A015}" type="presParOf" srcId="{2DAE9A15-14F2-3E4B-805F-4D17A7DEC81E}" destId="{E911505D-6327-724A-95B3-F2A6D97FC4AA}" srcOrd="5" destOrd="0" presId="urn:microsoft.com/office/officeart/2008/layout/LinedList"/>
    <dgm:cxn modelId="{7FD13E94-BD8A-864D-ABCA-D77869808F28}" type="presParOf" srcId="{E911505D-6327-724A-95B3-F2A6D97FC4AA}" destId="{B160686A-B4DA-1641-8146-DF157639589D}" srcOrd="0" destOrd="0" presId="urn:microsoft.com/office/officeart/2008/layout/LinedList"/>
    <dgm:cxn modelId="{20F46DA7-FA56-384B-BD3C-CBB428C56C0C}" type="presParOf" srcId="{E911505D-6327-724A-95B3-F2A6D97FC4AA}" destId="{F49E26D8-850E-824F-B746-45AF3022537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09DE8B-FDAB-4F4A-B424-7086C05FDFF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8FE1ABA-58A8-4095-A68F-7AAFF25B9200}">
      <dgm:prSet/>
      <dgm:spPr/>
      <dgm:t>
        <a:bodyPr/>
        <a:lstStyle/>
        <a:p>
          <a:r>
            <a:rPr lang="en-US" dirty="0"/>
            <a:t>Mars IoT Simulator</a:t>
          </a:r>
        </a:p>
      </dgm:t>
    </dgm:pt>
    <dgm:pt modelId="{780FD297-BACF-410E-8A6D-5755ACA48B9E}" type="parTrans" cxnId="{AB2D22F1-6C63-4AD9-8A7F-F32993934D51}">
      <dgm:prSet/>
      <dgm:spPr/>
      <dgm:t>
        <a:bodyPr/>
        <a:lstStyle/>
        <a:p>
          <a:endParaRPr lang="en-US"/>
        </a:p>
      </dgm:t>
    </dgm:pt>
    <dgm:pt modelId="{F3A2F180-DF6C-4703-8A23-C3CB7308D3F6}" type="sibTrans" cxnId="{AB2D22F1-6C63-4AD9-8A7F-F32993934D51}">
      <dgm:prSet/>
      <dgm:spPr/>
      <dgm:t>
        <a:bodyPr/>
        <a:lstStyle/>
        <a:p>
          <a:endParaRPr lang="en-US"/>
        </a:p>
      </dgm:t>
    </dgm:pt>
    <dgm:pt modelId="{D35B9176-E1A1-4A61-BCCC-CC75BAD917BD}">
      <dgm:prSet/>
      <dgm:spPr/>
      <dgm:t>
        <a:bodyPr/>
        <a:lstStyle/>
        <a:p>
          <a:r>
            <a:rPr lang="en-US"/>
            <a:t>Simulates environmental sensors on Mars</a:t>
          </a:r>
        </a:p>
      </dgm:t>
    </dgm:pt>
    <dgm:pt modelId="{10E8BA29-656C-41E7-97E8-912F5D027B85}" type="parTrans" cxnId="{B8BCB515-3191-44C6-8338-50D1BBDA1EA0}">
      <dgm:prSet/>
      <dgm:spPr/>
      <dgm:t>
        <a:bodyPr/>
        <a:lstStyle/>
        <a:p>
          <a:endParaRPr lang="en-US"/>
        </a:p>
      </dgm:t>
    </dgm:pt>
    <dgm:pt modelId="{5B5DE190-FE4F-4A18-B3B0-3253B02D29E9}" type="sibTrans" cxnId="{B8BCB515-3191-44C6-8338-50D1BBDA1EA0}">
      <dgm:prSet/>
      <dgm:spPr/>
      <dgm:t>
        <a:bodyPr/>
        <a:lstStyle/>
        <a:p>
          <a:endParaRPr lang="en-US"/>
        </a:p>
      </dgm:t>
    </dgm:pt>
    <dgm:pt modelId="{0D373521-C1AE-400C-AB04-0F08A3895E33}">
      <dgm:prSet/>
      <dgm:spPr/>
      <dgm:t>
        <a:bodyPr/>
        <a:lstStyle/>
        <a:p>
          <a:r>
            <a:rPr lang="en-US"/>
            <a:t>Generates telemetry data</a:t>
          </a:r>
        </a:p>
      </dgm:t>
    </dgm:pt>
    <dgm:pt modelId="{23DC2272-D500-405E-A7D9-62F5A26C20CA}" type="parTrans" cxnId="{B361479F-A736-4BF3-891B-271F50BB96F4}">
      <dgm:prSet/>
      <dgm:spPr/>
      <dgm:t>
        <a:bodyPr/>
        <a:lstStyle/>
        <a:p>
          <a:endParaRPr lang="en-US"/>
        </a:p>
      </dgm:t>
    </dgm:pt>
    <dgm:pt modelId="{02DACD8B-A02C-4E87-B0B8-558A7948EE29}" type="sibTrans" cxnId="{B361479F-A736-4BF3-891B-271F50BB96F4}">
      <dgm:prSet/>
      <dgm:spPr/>
      <dgm:t>
        <a:bodyPr/>
        <a:lstStyle/>
        <a:p>
          <a:endParaRPr lang="en-US"/>
        </a:p>
      </dgm:t>
    </dgm:pt>
    <dgm:pt modelId="{D9925957-B484-409D-A6C1-54418D8FBBE0}">
      <dgm:prSet/>
      <dgm:spPr/>
      <dgm:t>
        <a:bodyPr/>
        <a:lstStyle/>
        <a:p>
          <a:r>
            <a:rPr lang="en-US"/>
            <a:t>Provides an API for sensor readings</a:t>
          </a:r>
        </a:p>
      </dgm:t>
    </dgm:pt>
    <dgm:pt modelId="{F0D04A1D-3A57-48F4-903C-E26352B29B7C}" type="parTrans" cxnId="{7C9F27DF-DC7A-4715-BF03-62AB1A500C0E}">
      <dgm:prSet/>
      <dgm:spPr/>
      <dgm:t>
        <a:bodyPr/>
        <a:lstStyle/>
        <a:p>
          <a:endParaRPr lang="en-US"/>
        </a:p>
      </dgm:t>
    </dgm:pt>
    <dgm:pt modelId="{E716EAB6-1F22-4F9E-ADEE-449145677AFB}" type="sibTrans" cxnId="{7C9F27DF-DC7A-4715-BF03-62AB1A500C0E}">
      <dgm:prSet/>
      <dgm:spPr/>
      <dgm:t>
        <a:bodyPr/>
        <a:lstStyle/>
        <a:p>
          <a:endParaRPr lang="en-US"/>
        </a:p>
      </dgm:t>
    </dgm:pt>
    <dgm:pt modelId="{B4CA1F44-D06F-49D5-848E-BA54FBD8B096}" type="pres">
      <dgm:prSet presAssocID="{C609DE8B-FDAB-4F4A-B424-7086C05FDFFA}" presName="root" presStyleCnt="0">
        <dgm:presLayoutVars>
          <dgm:dir/>
          <dgm:resizeHandles val="exact"/>
        </dgm:presLayoutVars>
      </dgm:prSet>
      <dgm:spPr/>
    </dgm:pt>
    <dgm:pt modelId="{85395834-E9EE-4E3D-B263-9E249F4E9CC3}" type="pres">
      <dgm:prSet presAssocID="{78FE1ABA-58A8-4095-A68F-7AAFF25B9200}" presName="compNode" presStyleCnt="0"/>
      <dgm:spPr/>
    </dgm:pt>
    <dgm:pt modelId="{C095A1E9-54E7-4474-BE73-D61018D5186B}" type="pres">
      <dgm:prSet presAssocID="{78FE1ABA-58A8-4095-A68F-7AAFF25B9200}" presName="bgRect" presStyleLbl="bgShp" presStyleIdx="0" presStyleCnt="4"/>
      <dgm:spPr/>
    </dgm:pt>
    <dgm:pt modelId="{D538C835-E1C8-4B65-9557-F0721F117700}" type="pres">
      <dgm:prSet presAssocID="{78FE1ABA-58A8-4095-A68F-7AAFF25B920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48BAD93-5800-4032-A159-B2F03ACC8052}" type="pres">
      <dgm:prSet presAssocID="{78FE1ABA-58A8-4095-A68F-7AAFF25B9200}" presName="spaceRect" presStyleCnt="0"/>
      <dgm:spPr/>
    </dgm:pt>
    <dgm:pt modelId="{4AE708E8-1295-48D0-A7FA-0B4DEC32846D}" type="pres">
      <dgm:prSet presAssocID="{78FE1ABA-58A8-4095-A68F-7AAFF25B9200}" presName="parTx" presStyleLbl="revTx" presStyleIdx="0" presStyleCnt="4">
        <dgm:presLayoutVars>
          <dgm:chMax val="0"/>
          <dgm:chPref val="0"/>
        </dgm:presLayoutVars>
      </dgm:prSet>
      <dgm:spPr/>
    </dgm:pt>
    <dgm:pt modelId="{1F6E7DF5-AC9A-47BC-8342-680692846B04}" type="pres">
      <dgm:prSet presAssocID="{F3A2F180-DF6C-4703-8A23-C3CB7308D3F6}" presName="sibTrans" presStyleCnt="0"/>
      <dgm:spPr/>
    </dgm:pt>
    <dgm:pt modelId="{BBE8EDF8-3828-4C36-A4F1-F35B523CFC33}" type="pres">
      <dgm:prSet presAssocID="{D35B9176-E1A1-4A61-BCCC-CC75BAD917BD}" presName="compNode" presStyleCnt="0"/>
      <dgm:spPr/>
    </dgm:pt>
    <dgm:pt modelId="{BC83E316-65A8-458C-8F88-4894D01F41CC}" type="pres">
      <dgm:prSet presAssocID="{D35B9176-E1A1-4A61-BCCC-CC75BAD917BD}" presName="bgRect" presStyleLbl="bgShp" presStyleIdx="1" presStyleCnt="4"/>
      <dgm:spPr/>
    </dgm:pt>
    <dgm:pt modelId="{745F0AA4-0445-4343-A163-0D02E06DA503}" type="pres">
      <dgm:prSet presAssocID="{D35B9176-E1A1-4A61-BCCC-CC75BAD917B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69624653-AA87-49C6-AC40-46F7FE31DA34}" type="pres">
      <dgm:prSet presAssocID="{D35B9176-E1A1-4A61-BCCC-CC75BAD917BD}" presName="spaceRect" presStyleCnt="0"/>
      <dgm:spPr/>
    </dgm:pt>
    <dgm:pt modelId="{A87F949D-0842-40C1-A2BF-7E58FBD88A16}" type="pres">
      <dgm:prSet presAssocID="{D35B9176-E1A1-4A61-BCCC-CC75BAD917BD}" presName="parTx" presStyleLbl="revTx" presStyleIdx="1" presStyleCnt="4">
        <dgm:presLayoutVars>
          <dgm:chMax val="0"/>
          <dgm:chPref val="0"/>
        </dgm:presLayoutVars>
      </dgm:prSet>
      <dgm:spPr/>
    </dgm:pt>
    <dgm:pt modelId="{FFBBF6E4-0B96-49BC-B3CC-343A6D89EF3D}" type="pres">
      <dgm:prSet presAssocID="{5B5DE190-FE4F-4A18-B3B0-3253B02D29E9}" presName="sibTrans" presStyleCnt="0"/>
      <dgm:spPr/>
    </dgm:pt>
    <dgm:pt modelId="{D857A0C2-112B-4F72-9B79-1922DCC75E4B}" type="pres">
      <dgm:prSet presAssocID="{0D373521-C1AE-400C-AB04-0F08A3895E33}" presName="compNode" presStyleCnt="0"/>
      <dgm:spPr/>
    </dgm:pt>
    <dgm:pt modelId="{A325E887-D5C1-4B5F-AD0F-F7516248BA65}" type="pres">
      <dgm:prSet presAssocID="{0D373521-C1AE-400C-AB04-0F08A3895E33}" presName="bgRect" presStyleLbl="bgShp" presStyleIdx="2" presStyleCnt="4"/>
      <dgm:spPr/>
    </dgm:pt>
    <dgm:pt modelId="{FF99826A-98F8-4350-800D-E6F8E6817AE8}" type="pres">
      <dgm:prSet presAssocID="{0D373521-C1AE-400C-AB04-0F08A3895E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0212A80-1647-4167-BF48-E47B2A24C595}" type="pres">
      <dgm:prSet presAssocID="{0D373521-C1AE-400C-AB04-0F08A3895E33}" presName="spaceRect" presStyleCnt="0"/>
      <dgm:spPr/>
    </dgm:pt>
    <dgm:pt modelId="{43F73B82-D504-448C-955B-5B62AFDF13EE}" type="pres">
      <dgm:prSet presAssocID="{0D373521-C1AE-400C-AB04-0F08A3895E33}" presName="parTx" presStyleLbl="revTx" presStyleIdx="2" presStyleCnt="4">
        <dgm:presLayoutVars>
          <dgm:chMax val="0"/>
          <dgm:chPref val="0"/>
        </dgm:presLayoutVars>
      </dgm:prSet>
      <dgm:spPr/>
    </dgm:pt>
    <dgm:pt modelId="{1128D28B-EF95-4129-9247-C36CB8D971DE}" type="pres">
      <dgm:prSet presAssocID="{02DACD8B-A02C-4E87-B0B8-558A7948EE29}" presName="sibTrans" presStyleCnt="0"/>
      <dgm:spPr/>
    </dgm:pt>
    <dgm:pt modelId="{5C10628D-D74F-4828-B300-5A59DE0CA339}" type="pres">
      <dgm:prSet presAssocID="{D9925957-B484-409D-A6C1-54418D8FBBE0}" presName="compNode" presStyleCnt="0"/>
      <dgm:spPr/>
    </dgm:pt>
    <dgm:pt modelId="{B4A3501E-3B16-4322-B714-B549851EB1AB}" type="pres">
      <dgm:prSet presAssocID="{D9925957-B484-409D-A6C1-54418D8FBBE0}" presName="bgRect" presStyleLbl="bgShp" presStyleIdx="3" presStyleCnt="4"/>
      <dgm:spPr/>
    </dgm:pt>
    <dgm:pt modelId="{73445718-613C-47E7-A802-FFB83CE7290D}" type="pres">
      <dgm:prSet presAssocID="{D9925957-B484-409D-A6C1-54418D8FBB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84FF2D93-6F70-4DAA-96AB-F8B81D4C7AA1}" type="pres">
      <dgm:prSet presAssocID="{D9925957-B484-409D-A6C1-54418D8FBBE0}" presName="spaceRect" presStyleCnt="0"/>
      <dgm:spPr/>
    </dgm:pt>
    <dgm:pt modelId="{60D29B3B-DDFC-4F8B-A871-0C438361E4E2}" type="pres">
      <dgm:prSet presAssocID="{D9925957-B484-409D-A6C1-54418D8FBBE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26BA705-A90D-421C-9AFB-B7D7D4F5F642}" type="presOf" srcId="{78FE1ABA-58A8-4095-A68F-7AAFF25B9200}" destId="{4AE708E8-1295-48D0-A7FA-0B4DEC32846D}" srcOrd="0" destOrd="0" presId="urn:microsoft.com/office/officeart/2018/2/layout/IconVerticalSolidList"/>
    <dgm:cxn modelId="{B8BCB515-3191-44C6-8338-50D1BBDA1EA0}" srcId="{C609DE8B-FDAB-4F4A-B424-7086C05FDFFA}" destId="{D35B9176-E1A1-4A61-BCCC-CC75BAD917BD}" srcOrd="1" destOrd="0" parTransId="{10E8BA29-656C-41E7-97E8-912F5D027B85}" sibTransId="{5B5DE190-FE4F-4A18-B3B0-3253B02D29E9}"/>
    <dgm:cxn modelId="{5E08C016-00B8-4070-9AE2-ADACE4518B29}" type="presOf" srcId="{C609DE8B-FDAB-4F4A-B424-7086C05FDFFA}" destId="{B4CA1F44-D06F-49D5-848E-BA54FBD8B096}" srcOrd="0" destOrd="0" presId="urn:microsoft.com/office/officeart/2018/2/layout/IconVerticalSolidList"/>
    <dgm:cxn modelId="{B361479F-A736-4BF3-891B-271F50BB96F4}" srcId="{C609DE8B-FDAB-4F4A-B424-7086C05FDFFA}" destId="{0D373521-C1AE-400C-AB04-0F08A3895E33}" srcOrd="2" destOrd="0" parTransId="{23DC2272-D500-405E-A7D9-62F5A26C20CA}" sibTransId="{02DACD8B-A02C-4E87-B0B8-558A7948EE29}"/>
    <dgm:cxn modelId="{2671A6A5-9C8B-4BAF-9970-1A360EAFBEB6}" type="presOf" srcId="{D35B9176-E1A1-4A61-BCCC-CC75BAD917BD}" destId="{A87F949D-0842-40C1-A2BF-7E58FBD88A16}" srcOrd="0" destOrd="0" presId="urn:microsoft.com/office/officeart/2018/2/layout/IconVerticalSolidList"/>
    <dgm:cxn modelId="{0E378CB8-AB20-44A1-B35E-6DC40E7D712D}" type="presOf" srcId="{D9925957-B484-409D-A6C1-54418D8FBBE0}" destId="{60D29B3B-DDFC-4F8B-A871-0C438361E4E2}" srcOrd="0" destOrd="0" presId="urn:microsoft.com/office/officeart/2018/2/layout/IconVerticalSolidList"/>
    <dgm:cxn modelId="{F89D3DCC-6365-41B3-9F2C-FF892997F6A7}" type="presOf" srcId="{0D373521-C1AE-400C-AB04-0F08A3895E33}" destId="{43F73B82-D504-448C-955B-5B62AFDF13EE}" srcOrd="0" destOrd="0" presId="urn:microsoft.com/office/officeart/2018/2/layout/IconVerticalSolidList"/>
    <dgm:cxn modelId="{7C9F27DF-DC7A-4715-BF03-62AB1A500C0E}" srcId="{C609DE8B-FDAB-4F4A-B424-7086C05FDFFA}" destId="{D9925957-B484-409D-A6C1-54418D8FBBE0}" srcOrd="3" destOrd="0" parTransId="{F0D04A1D-3A57-48F4-903C-E26352B29B7C}" sibTransId="{E716EAB6-1F22-4F9E-ADEE-449145677AFB}"/>
    <dgm:cxn modelId="{AB2D22F1-6C63-4AD9-8A7F-F32993934D51}" srcId="{C609DE8B-FDAB-4F4A-B424-7086C05FDFFA}" destId="{78FE1ABA-58A8-4095-A68F-7AAFF25B9200}" srcOrd="0" destOrd="0" parTransId="{780FD297-BACF-410E-8A6D-5755ACA48B9E}" sibTransId="{F3A2F180-DF6C-4703-8A23-C3CB7308D3F6}"/>
    <dgm:cxn modelId="{C8555C00-FE37-4434-99E3-E4DA193741D7}" type="presParOf" srcId="{B4CA1F44-D06F-49D5-848E-BA54FBD8B096}" destId="{85395834-E9EE-4E3D-B263-9E249F4E9CC3}" srcOrd="0" destOrd="0" presId="urn:microsoft.com/office/officeart/2018/2/layout/IconVerticalSolidList"/>
    <dgm:cxn modelId="{24D43BF5-96A0-4924-B1C4-18866428F045}" type="presParOf" srcId="{85395834-E9EE-4E3D-B263-9E249F4E9CC3}" destId="{C095A1E9-54E7-4474-BE73-D61018D5186B}" srcOrd="0" destOrd="0" presId="urn:microsoft.com/office/officeart/2018/2/layout/IconVerticalSolidList"/>
    <dgm:cxn modelId="{AAA7BF16-8BEE-48E7-ACDD-C1EEB9B25C7F}" type="presParOf" srcId="{85395834-E9EE-4E3D-B263-9E249F4E9CC3}" destId="{D538C835-E1C8-4B65-9557-F0721F117700}" srcOrd="1" destOrd="0" presId="urn:microsoft.com/office/officeart/2018/2/layout/IconVerticalSolidList"/>
    <dgm:cxn modelId="{9D8092DF-0B0A-4F63-BCF9-69CC76317485}" type="presParOf" srcId="{85395834-E9EE-4E3D-B263-9E249F4E9CC3}" destId="{F48BAD93-5800-4032-A159-B2F03ACC8052}" srcOrd="2" destOrd="0" presId="urn:microsoft.com/office/officeart/2018/2/layout/IconVerticalSolidList"/>
    <dgm:cxn modelId="{C6F6AFD9-0502-4AE1-A68C-A78A8E42FE63}" type="presParOf" srcId="{85395834-E9EE-4E3D-B263-9E249F4E9CC3}" destId="{4AE708E8-1295-48D0-A7FA-0B4DEC32846D}" srcOrd="3" destOrd="0" presId="urn:microsoft.com/office/officeart/2018/2/layout/IconVerticalSolidList"/>
    <dgm:cxn modelId="{5BA8F2D1-ED64-4884-B401-A5376BDF42AF}" type="presParOf" srcId="{B4CA1F44-D06F-49D5-848E-BA54FBD8B096}" destId="{1F6E7DF5-AC9A-47BC-8342-680692846B04}" srcOrd="1" destOrd="0" presId="urn:microsoft.com/office/officeart/2018/2/layout/IconVerticalSolidList"/>
    <dgm:cxn modelId="{EABDB15C-F017-4075-8F3B-DD355A0981DA}" type="presParOf" srcId="{B4CA1F44-D06F-49D5-848E-BA54FBD8B096}" destId="{BBE8EDF8-3828-4C36-A4F1-F35B523CFC33}" srcOrd="2" destOrd="0" presId="urn:microsoft.com/office/officeart/2018/2/layout/IconVerticalSolidList"/>
    <dgm:cxn modelId="{EBBC8FCA-C5A4-4888-850A-9C45D59E42F9}" type="presParOf" srcId="{BBE8EDF8-3828-4C36-A4F1-F35B523CFC33}" destId="{BC83E316-65A8-458C-8F88-4894D01F41CC}" srcOrd="0" destOrd="0" presId="urn:microsoft.com/office/officeart/2018/2/layout/IconVerticalSolidList"/>
    <dgm:cxn modelId="{3D1AD933-EA52-413C-B943-38A393FEA182}" type="presParOf" srcId="{BBE8EDF8-3828-4C36-A4F1-F35B523CFC33}" destId="{745F0AA4-0445-4343-A163-0D02E06DA503}" srcOrd="1" destOrd="0" presId="urn:microsoft.com/office/officeart/2018/2/layout/IconVerticalSolidList"/>
    <dgm:cxn modelId="{103CA822-2F85-4AA5-9043-109C3272EFE1}" type="presParOf" srcId="{BBE8EDF8-3828-4C36-A4F1-F35B523CFC33}" destId="{69624653-AA87-49C6-AC40-46F7FE31DA34}" srcOrd="2" destOrd="0" presId="urn:microsoft.com/office/officeart/2018/2/layout/IconVerticalSolidList"/>
    <dgm:cxn modelId="{C1C8DC45-CD84-48EF-A5E3-7C5DB1FB3F59}" type="presParOf" srcId="{BBE8EDF8-3828-4C36-A4F1-F35B523CFC33}" destId="{A87F949D-0842-40C1-A2BF-7E58FBD88A16}" srcOrd="3" destOrd="0" presId="urn:microsoft.com/office/officeart/2018/2/layout/IconVerticalSolidList"/>
    <dgm:cxn modelId="{3D5E3231-A2FE-426C-9A30-B6724E87D10B}" type="presParOf" srcId="{B4CA1F44-D06F-49D5-848E-BA54FBD8B096}" destId="{FFBBF6E4-0B96-49BC-B3CC-343A6D89EF3D}" srcOrd="3" destOrd="0" presId="urn:microsoft.com/office/officeart/2018/2/layout/IconVerticalSolidList"/>
    <dgm:cxn modelId="{C5169DFD-8687-4667-B93C-18C578C856CD}" type="presParOf" srcId="{B4CA1F44-D06F-49D5-848E-BA54FBD8B096}" destId="{D857A0C2-112B-4F72-9B79-1922DCC75E4B}" srcOrd="4" destOrd="0" presId="urn:microsoft.com/office/officeart/2018/2/layout/IconVerticalSolidList"/>
    <dgm:cxn modelId="{2D571007-DE79-4857-96C6-F64D750A6325}" type="presParOf" srcId="{D857A0C2-112B-4F72-9B79-1922DCC75E4B}" destId="{A325E887-D5C1-4B5F-AD0F-F7516248BA65}" srcOrd="0" destOrd="0" presId="urn:microsoft.com/office/officeart/2018/2/layout/IconVerticalSolidList"/>
    <dgm:cxn modelId="{78ABED87-CACF-45E3-B2CD-9719705BB165}" type="presParOf" srcId="{D857A0C2-112B-4F72-9B79-1922DCC75E4B}" destId="{FF99826A-98F8-4350-800D-E6F8E6817AE8}" srcOrd="1" destOrd="0" presId="urn:microsoft.com/office/officeart/2018/2/layout/IconVerticalSolidList"/>
    <dgm:cxn modelId="{CA4497C2-E250-4020-8EC9-F92DE1599E0C}" type="presParOf" srcId="{D857A0C2-112B-4F72-9B79-1922DCC75E4B}" destId="{D0212A80-1647-4167-BF48-E47B2A24C595}" srcOrd="2" destOrd="0" presId="urn:microsoft.com/office/officeart/2018/2/layout/IconVerticalSolidList"/>
    <dgm:cxn modelId="{4801420F-848D-4FD8-B7A1-CBA90A9FE346}" type="presParOf" srcId="{D857A0C2-112B-4F72-9B79-1922DCC75E4B}" destId="{43F73B82-D504-448C-955B-5B62AFDF13EE}" srcOrd="3" destOrd="0" presId="urn:microsoft.com/office/officeart/2018/2/layout/IconVerticalSolidList"/>
    <dgm:cxn modelId="{F2553790-8500-409A-B71E-F7A4E65E51A5}" type="presParOf" srcId="{B4CA1F44-D06F-49D5-848E-BA54FBD8B096}" destId="{1128D28B-EF95-4129-9247-C36CB8D971DE}" srcOrd="5" destOrd="0" presId="urn:microsoft.com/office/officeart/2018/2/layout/IconVerticalSolidList"/>
    <dgm:cxn modelId="{61CBA456-4400-4B54-9DE0-D35BDD644055}" type="presParOf" srcId="{B4CA1F44-D06F-49D5-848E-BA54FBD8B096}" destId="{5C10628D-D74F-4828-B300-5A59DE0CA339}" srcOrd="6" destOrd="0" presId="urn:microsoft.com/office/officeart/2018/2/layout/IconVerticalSolidList"/>
    <dgm:cxn modelId="{CE4AF69B-E152-492C-A88A-05EF511E4F6F}" type="presParOf" srcId="{5C10628D-D74F-4828-B300-5A59DE0CA339}" destId="{B4A3501E-3B16-4322-B714-B549851EB1AB}" srcOrd="0" destOrd="0" presId="urn:microsoft.com/office/officeart/2018/2/layout/IconVerticalSolidList"/>
    <dgm:cxn modelId="{82BE79D0-4FAF-4313-BE2C-C4080CC8AD50}" type="presParOf" srcId="{5C10628D-D74F-4828-B300-5A59DE0CA339}" destId="{73445718-613C-47E7-A802-FFB83CE7290D}" srcOrd="1" destOrd="0" presId="urn:microsoft.com/office/officeart/2018/2/layout/IconVerticalSolidList"/>
    <dgm:cxn modelId="{73260B77-C500-44E9-9470-F764786838F5}" type="presParOf" srcId="{5C10628D-D74F-4828-B300-5A59DE0CA339}" destId="{84FF2D93-6F70-4DAA-96AB-F8B81D4C7AA1}" srcOrd="2" destOrd="0" presId="urn:microsoft.com/office/officeart/2018/2/layout/IconVerticalSolidList"/>
    <dgm:cxn modelId="{CF9633AD-5609-4A55-865C-668A14DAB1FA}" type="presParOf" srcId="{5C10628D-D74F-4828-B300-5A59DE0CA339}" destId="{60D29B3B-DDFC-4F8B-A871-0C438361E4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8D363A-BD21-436E-8E49-7E7BD65025E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3FFCC98-B662-4CC1-8DAD-CF5622835ED1}">
      <dgm:prSet/>
      <dgm:spPr/>
      <dgm:t>
        <a:bodyPr/>
        <a:lstStyle/>
        <a:p>
          <a:r>
            <a:rPr lang="en-US"/>
            <a:t>Data ingestion service</a:t>
          </a:r>
        </a:p>
      </dgm:t>
    </dgm:pt>
    <dgm:pt modelId="{C307AAF5-0598-4A9F-9260-76D182E7139E}" type="parTrans" cxnId="{254BEBD8-5416-44C0-BA34-0501BC39C0CF}">
      <dgm:prSet/>
      <dgm:spPr/>
      <dgm:t>
        <a:bodyPr/>
        <a:lstStyle/>
        <a:p>
          <a:endParaRPr lang="en-US"/>
        </a:p>
      </dgm:t>
    </dgm:pt>
    <dgm:pt modelId="{A7F41630-CD01-413F-9E39-6EE02630A8E1}" type="sibTrans" cxnId="{254BEBD8-5416-44C0-BA34-0501BC39C0CF}">
      <dgm:prSet/>
      <dgm:spPr/>
      <dgm:t>
        <a:bodyPr/>
        <a:lstStyle/>
        <a:p>
          <a:endParaRPr lang="en-US"/>
        </a:p>
      </dgm:t>
    </dgm:pt>
    <dgm:pt modelId="{27A7FCA2-75C9-4D52-A6F4-A8276D3537A6}">
      <dgm:prSet/>
      <dgm:spPr/>
      <dgm:t>
        <a:bodyPr/>
        <a:lstStyle/>
        <a:p>
          <a:r>
            <a:rPr lang="en-US"/>
            <a:t>RabbitMQ messaging integration</a:t>
          </a:r>
        </a:p>
      </dgm:t>
    </dgm:pt>
    <dgm:pt modelId="{CFE009EA-DB4B-48B2-A809-8383E3B0A156}" type="parTrans" cxnId="{BBF2E1B2-4DA8-466E-8EEE-1B129F8C7D15}">
      <dgm:prSet/>
      <dgm:spPr/>
      <dgm:t>
        <a:bodyPr/>
        <a:lstStyle/>
        <a:p>
          <a:endParaRPr lang="en-US"/>
        </a:p>
      </dgm:t>
    </dgm:pt>
    <dgm:pt modelId="{B10038FF-77E9-4EC2-A1C8-ABBA014BBDD9}" type="sibTrans" cxnId="{BBF2E1B2-4DA8-466E-8EEE-1B129F8C7D15}">
      <dgm:prSet/>
      <dgm:spPr/>
      <dgm:t>
        <a:bodyPr/>
        <a:lstStyle/>
        <a:p>
          <a:endParaRPr lang="en-US"/>
        </a:p>
      </dgm:t>
    </dgm:pt>
    <dgm:pt modelId="{8DC711A2-17F2-4955-8F92-A6A07CF648FD}">
      <dgm:prSet/>
      <dgm:spPr/>
      <dgm:t>
        <a:bodyPr/>
        <a:lstStyle/>
        <a:p>
          <a:r>
            <a:rPr lang="en-US"/>
            <a:t>Automation rule processing</a:t>
          </a:r>
        </a:p>
      </dgm:t>
    </dgm:pt>
    <dgm:pt modelId="{17139E9F-D144-4809-9D3E-A62D821CD031}" type="parTrans" cxnId="{11628506-7ADC-4B1C-81BA-D6BF312716A0}">
      <dgm:prSet/>
      <dgm:spPr/>
      <dgm:t>
        <a:bodyPr/>
        <a:lstStyle/>
        <a:p>
          <a:endParaRPr lang="en-US"/>
        </a:p>
      </dgm:t>
    </dgm:pt>
    <dgm:pt modelId="{38FE3682-02EC-4007-9E50-CBA5F34732F8}" type="sibTrans" cxnId="{11628506-7ADC-4B1C-81BA-D6BF312716A0}">
      <dgm:prSet/>
      <dgm:spPr/>
      <dgm:t>
        <a:bodyPr/>
        <a:lstStyle/>
        <a:p>
          <a:endParaRPr lang="en-US"/>
        </a:p>
      </dgm:t>
    </dgm:pt>
    <dgm:pt modelId="{494103BB-AF60-4241-AC39-CB705D7C0A50}">
      <dgm:prSet/>
      <dgm:spPr/>
      <dgm:t>
        <a:bodyPr/>
        <a:lstStyle/>
        <a:p>
          <a:r>
            <a:rPr lang="en-US"/>
            <a:t>Backend API service</a:t>
          </a:r>
        </a:p>
      </dgm:t>
    </dgm:pt>
    <dgm:pt modelId="{595075A4-9C63-43EC-8B40-988E89684916}" type="parTrans" cxnId="{E68B596F-C78A-444B-991E-2585194CB91D}">
      <dgm:prSet/>
      <dgm:spPr/>
      <dgm:t>
        <a:bodyPr/>
        <a:lstStyle/>
        <a:p>
          <a:endParaRPr lang="en-US"/>
        </a:p>
      </dgm:t>
    </dgm:pt>
    <dgm:pt modelId="{17F711DD-08EF-44A6-8DD8-03C7E99BAD4D}" type="sibTrans" cxnId="{E68B596F-C78A-444B-991E-2585194CB91D}">
      <dgm:prSet/>
      <dgm:spPr/>
      <dgm:t>
        <a:bodyPr/>
        <a:lstStyle/>
        <a:p>
          <a:endParaRPr lang="en-US"/>
        </a:p>
      </dgm:t>
    </dgm:pt>
    <dgm:pt modelId="{ED6763CD-B08A-404D-9F42-46302903943C}">
      <dgm:prSet/>
      <dgm:spPr/>
      <dgm:t>
        <a:bodyPr/>
        <a:lstStyle/>
        <a:p>
          <a:r>
            <a:rPr lang="en-US"/>
            <a:t>React frontend dashboard</a:t>
          </a:r>
        </a:p>
      </dgm:t>
    </dgm:pt>
    <dgm:pt modelId="{43259482-1B66-47B5-B0E4-26E84769BD7C}" type="parTrans" cxnId="{99D8B5A6-61F1-485B-ABB4-F76FFAF78E7E}">
      <dgm:prSet/>
      <dgm:spPr/>
      <dgm:t>
        <a:bodyPr/>
        <a:lstStyle/>
        <a:p>
          <a:endParaRPr lang="en-US"/>
        </a:p>
      </dgm:t>
    </dgm:pt>
    <dgm:pt modelId="{86F64067-25E3-4061-8958-457AC5AC3CAB}" type="sibTrans" cxnId="{99D8B5A6-61F1-485B-ABB4-F76FFAF78E7E}">
      <dgm:prSet/>
      <dgm:spPr/>
      <dgm:t>
        <a:bodyPr/>
        <a:lstStyle/>
        <a:p>
          <a:endParaRPr lang="en-US"/>
        </a:p>
      </dgm:t>
    </dgm:pt>
    <dgm:pt modelId="{643EE140-BC07-4BC2-A361-1A3F2C09BD55}">
      <dgm:prSet/>
      <dgm:spPr/>
      <dgm:t>
        <a:bodyPr/>
        <a:lstStyle/>
        <a:p>
          <a:r>
            <a:rPr lang="en-US"/>
            <a:t>Docker deployment architecture</a:t>
          </a:r>
        </a:p>
      </dgm:t>
    </dgm:pt>
    <dgm:pt modelId="{746F8837-DA72-4044-9004-0FE93FF5B9D1}" type="parTrans" cxnId="{50D81732-AAEC-47B5-B1C5-FB33E29ACAEE}">
      <dgm:prSet/>
      <dgm:spPr/>
      <dgm:t>
        <a:bodyPr/>
        <a:lstStyle/>
        <a:p>
          <a:endParaRPr lang="en-US"/>
        </a:p>
      </dgm:t>
    </dgm:pt>
    <dgm:pt modelId="{3A70DB50-E781-49F9-B902-A1556AEF80F5}" type="sibTrans" cxnId="{50D81732-AAEC-47B5-B1C5-FB33E29ACAEE}">
      <dgm:prSet/>
      <dgm:spPr/>
      <dgm:t>
        <a:bodyPr/>
        <a:lstStyle/>
        <a:p>
          <a:endParaRPr lang="en-US"/>
        </a:p>
      </dgm:t>
    </dgm:pt>
    <dgm:pt modelId="{5A17BF07-65E5-D240-924D-D72A439509C0}" type="pres">
      <dgm:prSet presAssocID="{448D363A-BD21-436E-8E49-7E7BD65025EB}" presName="diagram" presStyleCnt="0">
        <dgm:presLayoutVars>
          <dgm:dir/>
          <dgm:resizeHandles val="exact"/>
        </dgm:presLayoutVars>
      </dgm:prSet>
      <dgm:spPr/>
    </dgm:pt>
    <dgm:pt modelId="{79AC01F7-2832-244B-B961-BE4369EEA15C}" type="pres">
      <dgm:prSet presAssocID="{53FFCC98-B662-4CC1-8DAD-CF5622835ED1}" presName="node" presStyleLbl="node1" presStyleIdx="0" presStyleCnt="6">
        <dgm:presLayoutVars>
          <dgm:bulletEnabled val="1"/>
        </dgm:presLayoutVars>
      </dgm:prSet>
      <dgm:spPr/>
    </dgm:pt>
    <dgm:pt modelId="{3B5BC09C-31E5-7A49-A610-46E1847F864F}" type="pres">
      <dgm:prSet presAssocID="{A7F41630-CD01-413F-9E39-6EE02630A8E1}" presName="sibTrans" presStyleCnt="0"/>
      <dgm:spPr/>
    </dgm:pt>
    <dgm:pt modelId="{24EE8D8D-91E2-3741-84FC-2615ADF9B3FB}" type="pres">
      <dgm:prSet presAssocID="{27A7FCA2-75C9-4D52-A6F4-A8276D3537A6}" presName="node" presStyleLbl="node1" presStyleIdx="1" presStyleCnt="6">
        <dgm:presLayoutVars>
          <dgm:bulletEnabled val="1"/>
        </dgm:presLayoutVars>
      </dgm:prSet>
      <dgm:spPr/>
    </dgm:pt>
    <dgm:pt modelId="{4329E981-C418-F741-BEC6-0A9D0C9ABE1C}" type="pres">
      <dgm:prSet presAssocID="{B10038FF-77E9-4EC2-A1C8-ABBA014BBDD9}" presName="sibTrans" presStyleCnt="0"/>
      <dgm:spPr/>
    </dgm:pt>
    <dgm:pt modelId="{BFFC2F0B-BFF7-1942-B741-63033CBB92B2}" type="pres">
      <dgm:prSet presAssocID="{8DC711A2-17F2-4955-8F92-A6A07CF648FD}" presName="node" presStyleLbl="node1" presStyleIdx="2" presStyleCnt="6">
        <dgm:presLayoutVars>
          <dgm:bulletEnabled val="1"/>
        </dgm:presLayoutVars>
      </dgm:prSet>
      <dgm:spPr/>
    </dgm:pt>
    <dgm:pt modelId="{17871F0C-99A5-7241-B95D-C4A6E82E1FD1}" type="pres">
      <dgm:prSet presAssocID="{38FE3682-02EC-4007-9E50-CBA5F34732F8}" presName="sibTrans" presStyleCnt="0"/>
      <dgm:spPr/>
    </dgm:pt>
    <dgm:pt modelId="{38B88DDE-30AB-FF44-94B0-EFE49441C1DC}" type="pres">
      <dgm:prSet presAssocID="{494103BB-AF60-4241-AC39-CB705D7C0A50}" presName="node" presStyleLbl="node1" presStyleIdx="3" presStyleCnt="6">
        <dgm:presLayoutVars>
          <dgm:bulletEnabled val="1"/>
        </dgm:presLayoutVars>
      </dgm:prSet>
      <dgm:spPr/>
    </dgm:pt>
    <dgm:pt modelId="{9146318D-FD0D-124B-B01E-7AF6878B5C0F}" type="pres">
      <dgm:prSet presAssocID="{17F711DD-08EF-44A6-8DD8-03C7E99BAD4D}" presName="sibTrans" presStyleCnt="0"/>
      <dgm:spPr/>
    </dgm:pt>
    <dgm:pt modelId="{76E31E35-1D83-BA40-A095-B11A59920CC2}" type="pres">
      <dgm:prSet presAssocID="{ED6763CD-B08A-404D-9F42-46302903943C}" presName="node" presStyleLbl="node1" presStyleIdx="4" presStyleCnt="6">
        <dgm:presLayoutVars>
          <dgm:bulletEnabled val="1"/>
        </dgm:presLayoutVars>
      </dgm:prSet>
      <dgm:spPr/>
    </dgm:pt>
    <dgm:pt modelId="{1838975E-0AF8-9F4D-B63C-E634A4F03FDD}" type="pres">
      <dgm:prSet presAssocID="{86F64067-25E3-4061-8958-457AC5AC3CAB}" presName="sibTrans" presStyleCnt="0"/>
      <dgm:spPr/>
    </dgm:pt>
    <dgm:pt modelId="{86D44369-391D-7E49-A425-FCD11DA6D2DE}" type="pres">
      <dgm:prSet presAssocID="{643EE140-BC07-4BC2-A361-1A3F2C09BD55}" presName="node" presStyleLbl="node1" presStyleIdx="5" presStyleCnt="6">
        <dgm:presLayoutVars>
          <dgm:bulletEnabled val="1"/>
        </dgm:presLayoutVars>
      </dgm:prSet>
      <dgm:spPr/>
    </dgm:pt>
  </dgm:ptLst>
  <dgm:cxnLst>
    <dgm:cxn modelId="{11628506-7ADC-4B1C-81BA-D6BF312716A0}" srcId="{448D363A-BD21-436E-8E49-7E7BD65025EB}" destId="{8DC711A2-17F2-4955-8F92-A6A07CF648FD}" srcOrd="2" destOrd="0" parTransId="{17139E9F-D144-4809-9D3E-A62D821CD031}" sibTransId="{38FE3682-02EC-4007-9E50-CBA5F34732F8}"/>
    <dgm:cxn modelId="{50D81732-AAEC-47B5-B1C5-FB33E29ACAEE}" srcId="{448D363A-BD21-436E-8E49-7E7BD65025EB}" destId="{643EE140-BC07-4BC2-A361-1A3F2C09BD55}" srcOrd="5" destOrd="0" parTransId="{746F8837-DA72-4044-9004-0FE93FF5B9D1}" sibTransId="{3A70DB50-E781-49F9-B902-A1556AEF80F5}"/>
    <dgm:cxn modelId="{87956C40-EEC5-684D-B918-463CAF856ABF}" type="presOf" srcId="{494103BB-AF60-4241-AC39-CB705D7C0A50}" destId="{38B88DDE-30AB-FF44-94B0-EFE49441C1DC}" srcOrd="0" destOrd="0" presId="urn:microsoft.com/office/officeart/2005/8/layout/default"/>
    <dgm:cxn modelId="{37565C51-A75B-FE4B-A7FA-9B8873E00D64}" type="presOf" srcId="{53FFCC98-B662-4CC1-8DAD-CF5622835ED1}" destId="{79AC01F7-2832-244B-B961-BE4369EEA15C}" srcOrd="0" destOrd="0" presId="urn:microsoft.com/office/officeart/2005/8/layout/default"/>
    <dgm:cxn modelId="{C653C35E-6DA5-EC48-98DB-FB520AC19134}" type="presOf" srcId="{448D363A-BD21-436E-8E49-7E7BD65025EB}" destId="{5A17BF07-65E5-D240-924D-D72A439509C0}" srcOrd="0" destOrd="0" presId="urn:microsoft.com/office/officeart/2005/8/layout/default"/>
    <dgm:cxn modelId="{E68B596F-C78A-444B-991E-2585194CB91D}" srcId="{448D363A-BD21-436E-8E49-7E7BD65025EB}" destId="{494103BB-AF60-4241-AC39-CB705D7C0A50}" srcOrd="3" destOrd="0" parTransId="{595075A4-9C63-43EC-8B40-988E89684916}" sibTransId="{17F711DD-08EF-44A6-8DD8-03C7E99BAD4D}"/>
    <dgm:cxn modelId="{14440D95-4CCB-F940-9AC7-234A2D609CA8}" type="presOf" srcId="{8DC711A2-17F2-4955-8F92-A6A07CF648FD}" destId="{BFFC2F0B-BFF7-1942-B741-63033CBB92B2}" srcOrd="0" destOrd="0" presId="urn:microsoft.com/office/officeart/2005/8/layout/default"/>
    <dgm:cxn modelId="{93473D97-EC6B-6F4D-8043-3139562A12B3}" type="presOf" srcId="{27A7FCA2-75C9-4D52-A6F4-A8276D3537A6}" destId="{24EE8D8D-91E2-3741-84FC-2615ADF9B3FB}" srcOrd="0" destOrd="0" presId="urn:microsoft.com/office/officeart/2005/8/layout/default"/>
    <dgm:cxn modelId="{4036B59C-FBF8-1747-8920-629AFAB7F4A6}" type="presOf" srcId="{ED6763CD-B08A-404D-9F42-46302903943C}" destId="{76E31E35-1D83-BA40-A095-B11A59920CC2}" srcOrd="0" destOrd="0" presId="urn:microsoft.com/office/officeart/2005/8/layout/default"/>
    <dgm:cxn modelId="{99D8B5A6-61F1-485B-ABB4-F76FFAF78E7E}" srcId="{448D363A-BD21-436E-8E49-7E7BD65025EB}" destId="{ED6763CD-B08A-404D-9F42-46302903943C}" srcOrd="4" destOrd="0" parTransId="{43259482-1B66-47B5-B0E4-26E84769BD7C}" sibTransId="{86F64067-25E3-4061-8958-457AC5AC3CAB}"/>
    <dgm:cxn modelId="{DF53B4A9-089D-2F41-BE75-25FD368829A7}" type="presOf" srcId="{643EE140-BC07-4BC2-A361-1A3F2C09BD55}" destId="{86D44369-391D-7E49-A425-FCD11DA6D2DE}" srcOrd="0" destOrd="0" presId="urn:microsoft.com/office/officeart/2005/8/layout/default"/>
    <dgm:cxn modelId="{BBF2E1B2-4DA8-466E-8EEE-1B129F8C7D15}" srcId="{448D363A-BD21-436E-8E49-7E7BD65025EB}" destId="{27A7FCA2-75C9-4D52-A6F4-A8276D3537A6}" srcOrd="1" destOrd="0" parTransId="{CFE009EA-DB4B-48B2-A809-8383E3B0A156}" sibTransId="{B10038FF-77E9-4EC2-A1C8-ABBA014BBDD9}"/>
    <dgm:cxn modelId="{254BEBD8-5416-44C0-BA34-0501BC39C0CF}" srcId="{448D363A-BD21-436E-8E49-7E7BD65025EB}" destId="{53FFCC98-B662-4CC1-8DAD-CF5622835ED1}" srcOrd="0" destOrd="0" parTransId="{C307AAF5-0598-4A9F-9260-76D182E7139E}" sibTransId="{A7F41630-CD01-413F-9E39-6EE02630A8E1}"/>
    <dgm:cxn modelId="{3EFAEAD6-E1CA-214F-9F21-33DD44AD5741}" type="presParOf" srcId="{5A17BF07-65E5-D240-924D-D72A439509C0}" destId="{79AC01F7-2832-244B-B961-BE4369EEA15C}" srcOrd="0" destOrd="0" presId="urn:microsoft.com/office/officeart/2005/8/layout/default"/>
    <dgm:cxn modelId="{BCE904A6-A2A2-3645-AA47-B5E8CC01DCE2}" type="presParOf" srcId="{5A17BF07-65E5-D240-924D-D72A439509C0}" destId="{3B5BC09C-31E5-7A49-A610-46E1847F864F}" srcOrd="1" destOrd="0" presId="urn:microsoft.com/office/officeart/2005/8/layout/default"/>
    <dgm:cxn modelId="{C2BDAA14-8FFC-3B42-8103-D4F362E7B922}" type="presParOf" srcId="{5A17BF07-65E5-D240-924D-D72A439509C0}" destId="{24EE8D8D-91E2-3741-84FC-2615ADF9B3FB}" srcOrd="2" destOrd="0" presId="urn:microsoft.com/office/officeart/2005/8/layout/default"/>
    <dgm:cxn modelId="{66D6866A-9E91-FC4B-AA06-A8EDB294E62C}" type="presParOf" srcId="{5A17BF07-65E5-D240-924D-D72A439509C0}" destId="{4329E981-C418-F741-BEC6-0A9D0C9ABE1C}" srcOrd="3" destOrd="0" presId="urn:microsoft.com/office/officeart/2005/8/layout/default"/>
    <dgm:cxn modelId="{B63D8BD8-A1AD-694E-ADC2-EB6B1C189009}" type="presParOf" srcId="{5A17BF07-65E5-D240-924D-D72A439509C0}" destId="{BFFC2F0B-BFF7-1942-B741-63033CBB92B2}" srcOrd="4" destOrd="0" presId="urn:microsoft.com/office/officeart/2005/8/layout/default"/>
    <dgm:cxn modelId="{8E43A49C-B144-814A-9FDA-1C2748F8481F}" type="presParOf" srcId="{5A17BF07-65E5-D240-924D-D72A439509C0}" destId="{17871F0C-99A5-7241-B95D-C4A6E82E1FD1}" srcOrd="5" destOrd="0" presId="urn:microsoft.com/office/officeart/2005/8/layout/default"/>
    <dgm:cxn modelId="{504FA479-64D7-A746-A3FB-AD43F7306419}" type="presParOf" srcId="{5A17BF07-65E5-D240-924D-D72A439509C0}" destId="{38B88DDE-30AB-FF44-94B0-EFE49441C1DC}" srcOrd="6" destOrd="0" presId="urn:microsoft.com/office/officeart/2005/8/layout/default"/>
    <dgm:cxn modelId="{A35E984D-92F4-864B-882B-A2E76C4ACDF7}" type="presParOf" srcId="{5A17BF07-65E5-D240-924D-D72A439509C0}" destId="{9146318D-FD0D-124B-B01E-7AF6878B5C0F}" srcOrd="7" destOrd="0" presId="urn:microsoft.com/office/officeart/2005/8/layout/default"/>
    <dgm:cxn modelId="{662F6C3A-A23C-4245-BFB2-15C57EA42AF5}" type="presParOf" srcId="{5A17BF07-65E5-D240-924D-D72A439509C0}" destId="{76E31E35-1D83-BA40-A095-B11A59920CC2}" srcOrd="8" destOrd="0" presId="urn:microsoft.com/office/officeart/2005/8/layout/default"/>
    <dgm:cxn modelId="{42D02A5D-C81F-3645-A52A-8C16D60A14D8}" type="presParOf" srcId="{5A17BF07-65E5-D240-924D-D72A439509C0}" destId="{1838975E-0AF8-9F4D-B63C-E634A4F03FDD}" srcOrd="9" destOrd="0" presId="urn:microsoft.com/office/officeart/2005/8/layout/default"/>
    <dgm:cxn modelId="{EEB55730-BE34-2642-B356-AFEE7D395849}" type="presParOf" srcId="{5A17BF07-65E5-D240-924D-D72A439509C0}" destId="{86D44369-391D-7E49-A425-FCD11DA6D2D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27BCBB-BF4E-4325-8F32-BA49CB9231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4B9A361-3820-4A9B-AF6A-86F9E1466C8E}">
      <dgm:prSet/>
      <dgm:spPr/>
      <dgm:t>
        <a:bodyPr/>
        <a:lstStyle/>
        <a:p>
          <a:pPr>
            <a:defRPr cap="all"/>
          </a:pPr>
          <a:r>
            <a:rPr lang="en-US"/>
            <a:t>Real-time data processing pipeline</a:t>
          </a:r>
        </a:p>
      </dgm:t>
    </dgm:pt>
    <dgm:pt modelId="{E052904C-71D8-4624-B6BF-800B34AECE09}" type="parTrans" cxnId="{86CD9EAB-EC51-47C6-ABA9-773D4E6A4FC2}">
      <dgm:prSet/>
      <dgm:spPr/>
      <dgm:t>
        <a:bodyPr/>
        <a:lstStyle/>
        <a:p>
          <a:endParaRPr lang="en-US"/>
        </a:p>
      </dgm:t>
    </dgm:pt>
    <dgm:pt modelId="{99D0F857-40FA-4360-BD24-4CF2CA7D8F2A}" type="sibTrans" cxnId="{86CD9EAB-EC51-47C6-ABA9-773D4E6A4FC2}">
      <dgm:prSet/>
      <dgm:spPr/>
      <dgm:t>
        <a:bodyPr/>
        <a:lstStyle/>
        <a:p>
          <a:endParaRPr lang="en-US"/>
        </a:p>
      </dgm:t>
    </dgm:pt>
    <dgm:pt modelId="{7D432FE6-6D44-4A09-90A2-B221196942A4}">
      <dgm:prSet/>
      <dgm:spPr/>
      <dgm:t>
        <a:bodyPr/>
        <a:lstStyle/>
        <a:p>
          <a:pPr>
            <a:defRPr cap="all"/>
          </a:pPr>
          <a:r>
            <a:rPr lang="en-US"/>
            <a:t>Event-driven communication</a:t>
          </a:r>
        </a:p>
      </dgm:t>
    </dgm:pt>
    <dgm:pt modelId="{B11B9DFF-3846-4D84-88D5-3D65E63E0AB4}" type="parTrans" cxnId="{BC281A59-597E-425E-B09B-09E5FBB33D7C}">
      <dgm:prSet/>
      <dgm:spPr/>
      <dgm:t>
        <a:bodyPr/>
        <a:lstStyle/>
        <a:p>
          <a:endParaRPr lang="en-US"/>
        </a:p>
      </dgm:t>
    </dgm:pt>
    <dgm:pt modelId="{26DFFFA0-3745-457D-8AD3-39D77AA62C4F}" type="sibTrans" cxnId="{BC281A59-597E-425E-B09B-09E5FBB33D7C}">
      <dgm:prSet/>
      <dgm:spPr/>
      <dgm:t>
        <a:bodyPr/>
        <a:lstStyle/>
        <a:p>
          <a:endParaRPr lang="en-US"/>
        </a:p>
      </dgm:t>
    </dgm:pt>
    <dgm:pt modelId="{E496564E-BBF0-45B6-B886-9656C6292C96}">
      <dgm:prSet/>
      <dgm:spPr/>
      <dgm:t>
        <a:bodyPr/>
        <a:lstStyle/>
        <a:p>
          <a:pPr>
            <a:defRPr cap="all"/>
          </a:pPr>
          <a:r>
            <a:rPr lang="en-US"/>
            <a:t>Microservice architecture</a:t>
          </a:r>
        </a:p>
      </dgm:t>
    </dgm:pt>
    <dgm:pt modelId="{8124BCF7-C82F-4793-A8BB-4D63FF2F600E}" type="parTrans" cxnId="{5B40B911-93C7-448A-ACEA-C471622F40A6}">
      <dgm:prSet/>
      <dgm:spPr/>
      <dgm:t>
        <a:bodyPr/>
        <a:lstStyle/>
        <a:p>
          <a:endParaRPr lang="en-US"/>
        </a:p>
      </dgm:t>
    </dgm:pt>
    <dgm:pt modelId="{C7A5A1D2-EC63-4B77-992E-667A50DBDFDE}" type="sibTrans" cxnId="{5B40B911-93C7-448A-ACEA-C471622F40A6}">
      <dgm:prSet/>
      <dgm:spPr/>
      <dgm:t>
        <a:bodyPr/>
        <a:lstStyle/>
        <a:p>
          <a:endParaRPr lang="en-US"/>
        </a:p>
      </dgm:t>
    </dgm:pt>
    <dgm:pt modelId="{29F07916-1657-4DF8-B2B1-65DD8024F2D5}">
      <dgm:prSet/>
      <dgm:spPr/>
      <dgm:t>
        <a:bodyPr/>
        <a:lstStyle/>
        <a:p>
          <a:pPr>
            <a:defRPr cap="all"/>
          </a:pPr>
          <a:r>
            <a:rPr lang="en-US"/>
            <a:t>Automation rule evaluation</a:t>
          </a:r>
        </a:p>
      </dgm:t>
    </dgm:pt>
    <dgm:pt modelId="{4BA57BD4-2D67-429E-961C-C8058D6C3C60}" type="parTrans" cxnId="{456C8F68-314A-4D48-BDC8-A054DEBBCC8E}">
      <dgm:prSet/>
      <dgm:spPr/>
      <dgm:t>
        <a:bodyPr/>
        <a:lstStyle/>
        <a:p>
          <a:endParaRPr lang="en-US"/>
        </a:p>
      </dgm:t>
    </dgm:pt>
    <dgm:pt modelId="{BDB69AC3-BF94-4D44-9759-AADFCA46EDDC}" type="sibTrans" cxnId="{456C8F68-314A-4D48-BDC8-A054DEBBCC8E}">
      <dgm:prSet/>
      <dgm:spPr/>
      <dgm:t>
        <a:bodyPr/>
        <a:lstStyle/>
        <a:p>
          <a:endParaRPr lang="en-US"/>
        </a:p>
      </dgm:t>
    </dgm:pt>
    <dgm:pt modelId="{779016C1-26E2-48B7-B221-7128C4E24A4B}">
      <dgm:prSet/>
      <dgm:spPr/>
      <dgm:t>
        <a:bodyPr/>
        <a:lstStyle/>
        <a:p>
          <a:pPr>
            <a:defRPr cap="all"/>
          </a:pPr>
          <a:r>
            <a:rPr lang="en-US"/>
            <a:t>Monitoring dashboard</a:t>
          </a:r>
        </a:p>
      </dgm:t>
    </dgm:pt>
    <dgm:pt modelId="{0FC5DEFF-9DA3-49EC-AD38-9EC3639AFCDA}" type="parTrans" cxnId="{8F5A6C82-1456-4A41-B7B7-CA5DD927CD14}">
      <dgm:prSet/>
      <dgm:spPr/>
      <dgm:t>
        <a:bodyPr/>
        <a:lstStyle/>
        <a:p>
          <a:endParaRPr lang="en-US"/>
        </a:p>
      </dgm:t>
    </dgm:pt>
    <dgm:pt modelId="{4F605249-9D10-4377-A3A3-AE962D29E8F7}" type="sibTrans" cxnId="{8F5A6C82-1456-4A41-B7B7-CA5DD927CD14}">
      <dgm:prSet/>
      <dgm:spPr/>
      <dgm:t>
        <a:bodyPr/>
        <a:lstStyle/>
        <a:p>
          <a:endParaRPr lang="en-US"/>
        </a:p>
      </dgm:t>
    </dgm:pt>
    <dgm:pt modelId="{ECBB27C9-4A66-4A87-93EC-33B8141E223B}">
      <dgm:prSet/>
      <dgm:spPr/>
      <dgm:t>
        <a:bodyPr/>
        <a:lstStyle/>
        <a:p>
          <a:pPr>
            <a:defRPr cap="all"/>
          </a:pPr>
          <a:r>
            <a:rPr lang="en-US"/>
            <a:t>Docker container deployment</a:t>
          </a:r>
        </a:p>
      </dgm:t>
    </dgm:pt>
    <dgm:pt modelId="{89043D7F-9219-40DB-A3FE-C7D2B2C4E58B}" type="parTrans" cxnId="{BE8D0D3F-0CA5-44E9-8397-1981005418AB}">
      <dgm:prSet/>
      <dgm:spPr/>
      <dgm:t>
        <a:bodyPr/>
        <a:lstStyle/>
        <a:p>
          <a:endParaRPr lang="en-US"/>
        </a:p>
      </dgm:t>
    </dgm:pt>
    <dgm:pt modelId="{4A2B3E00-E652-43C8-AC64-ABF4B7B99712}" type="sibTrans" cxnId="{BE8D0D3F-0CA5-44E9-8397-1981005418AB}">
      <dgm:prSet/>
      <dgm:spPr/>
      <dgm:t>
        <a:bodyPr/>
        <a:lstStyle/>
        <a:p>
          <a:endParaRPr lang="en-US"/>
        </a:p>
      </dgm:t>
    </dgm:pt>
    <dgm:pt modelId="{A6203059-97DB-4876-A035-0A9B3E915A44}" type="pres">
      <dgm:prSet presAssocID="{EF27BCBB-BF4E-4325-8F32-BA49CB923104}" presName="root" presStyleCnt="0">
        <dgm:presLayoutVars>
          <dgm:dir/>
          <dgm:resizeHandles val="exact"/>
        </dgm:presLayoutVars>
      </dgm:prSet>
      <dgm:spPr/>
    </dgm:pt>
    <dgm:pt modelId="{80CA2A74-2681-4AE3-8421-F971CB5A702B}" type="pres">
      <dgm:prSet presAssocID="{44B9A361-3820-4A9B-AF6A-86F9E1466C8E}" presName="compNode" presStyleCnt="0"/>
      <dgm:spPr/>
    </dgm:pt>
    <dgm:pt modelId="{A6B5CCCB-6483-4C1D-AF8A-9D0F91A1D39F}" type="pres">
      <dgm:prSet presAssocID="{44B9A361-3820-4A9B-AF6A-86F9E1466C8E}" presName="iconBgRect" presStyleLbl="bgShp" presStyleIdx="0" presStyleCnt="6"/>
      <dgm:spPr/>
    </dgm:pt>
    <dgm:pt modelId="{21B85832-97F9-4311-BC68-56890760E109}" type="pres">
      <dgm:prSet presAssocID="{44B9A361-3820-4A9B-AF6A-86F9E1466C8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FBF1938-2601-4229-82FD-5867A9DE9D84}" type="pres">
      <dgm:prSet presAssocID="{44B9A361-3820-4A9B-AF6A-86F9E1466C8E}" presName="spaceRect" presStyleCnt="0"/>
      <dgm:spPr/>
    </dgm:pt>
    <dgm:pt modelId="{C0585E76-C257-4310-A05B-3F4A56874E8A}" type="pres">
      <dgm:prSet presAssocID="{44B9A361-3820-4A9B-AF6A-86F9E1466C8E}" presName="textRect" presStyleLbl="revTx" presStyleIdx="0" presStyleCnt="6">
        <dgm:presLayoutVars>
          <dgm:chMax val="1"/>
          <dgm:chPref val="1"/>
        </dgm:presLayoutVars>
      </dgm:prSet>
      <dgm:spPr/>
    </dgm:pt>
    <dgm:pt modelId="{C644C7E0-D3A6-418D-B275-4F08B87E2667}" type="pres">
      <dgm:prSet presAssocID="{99D0F857-40FA-4360-BD24-4CF2CA7D8F2A}" presName="sibTrans" presStyleCnt="0"/>
      <dgm:spPr/>
    </dgm:pt>
    <dgm:pt modelId="{07238172-797A-4861-82DF-C60FA97F2331}" type="pres">
      <dgm:prSet presAssocID="{7D432FE6-6D44-4A09-90A2-B221196942A4}" presName="compNode" presStyleCnt="0"/>
      <dgm:spPr/>
    </dgm:pt>
    <dgm:pt modelId="{86C311B4-1CB4-4199-8F13-C809ABD33076}" type="pres">
      <dgm:prSet presAssocID="{7D432FE6-6D44-4A09-90A2-B221196942A4}" presName="iconBgRect" presStyleLbl="bgShp" presStyleIdx="1" presStyleCnt="6"/>
      <dgm:spPr/>
    </dgm:pt>
    <dgm:pt modelId="{38A06784-5AF1-414C-B296-51F5BD521F85}" type="pres">
      <dgm:prSet presAssocID="{7D432FE6-6D44-4A09-90A2-B221196942A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22A530A7-4D59-48D3-9D09-BD574C3BD188}" type="pres">
      <dgm:prSet presAssocID="{7D432FE6-6D44-4A09-90A2-B221196942A4}" presName="spaceRect" presStyleCnt="0"/>
      <dgm:spPr/>
    </dgm:pt>
    <dgm:pt modelId="{9FAE990F-9600-43BD-8C6D-148ECBBB523C}" type="pres">
      <dgm:prSet presAssocID="{7D432FE6-6D44-4A09-90A2-B221196942A4}" presName="textRect" presStyleLbl="revTx" presStyleIdx="1" presStyleCnt="6">
        <dgm:presLayoutVars>
          <dgm:chMax val="1"/>
          <dgm:chPref val="1"/>
        </dgm:presLayoutVars>
      </dgm:prSet>
      <dgm:spPr/>
    </dgm:pt>
    <dgm:pt modelId="{2260188F-8D93-4A2A-ADD1-8C4F4D13F1B7}" type="pres">
      <dgm:prSet presAssocID="{26DFFFA0-3745-457D-8AD3-39D77AA62C4F}" presName="sibTrans" presStyleCnt="0"/>
      <dgm:spPr/>
    </dgm:pt>
    <dgm:pt modelId="{063ABAFB-822F-4503-8C76-553D7324621F}" type="pres">
      <dgm:prSet presAssocID="{E496564E-BBF0-45B6-B886-9656C6292C96}" presName="compNode" presStyleCnt="0"/>
      <dgm:spPr/>
    </dgm:pt>
    <dgm:pt modelId="{EF775A09-5CCF-4D93-875F-D6889EED9C5B}" type="pres">
      <dgm:prSet presAssocID="{E496564E-BBF0-45B6-B886-9656C6292C96}" presName="iconBgRect" presStyleLbl="bgShp" presStyleIdx="2" presStyleCnt="6"/>
      <dgm:spPr/>
    </dgm:pt>
    <dgm:pt modelId="{4EFB0A7D-04E8-4355-AC3C-477CC79ED4F3}" type="pres">
      <dgm:prSet presAssocID="{E496564E-BBF0-45B6-B886-9656C6292C9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DEA1165-DD5E-4AD9-A878-144762445C7B}" type="pres">
      <dgm:prSet presAssocID="{E496564E-BBF0-45B6-B886-9656C6292C96}" presName="spaceRect" presStyleCnt="0"/>
      <dgm:spPr/>
    </dgm:pt>
    <dgm:pt modelId="{4C630723-0C7C-4182-B40D-90161F3C883C}" type="pres">
      <dgm:prSet presAssocID="{E496564E-BBF0-45B6-B886-9656C6292C96}" presName="textRect" presStyleLbl="revTx" presStyleIdx="2" presStyleCnt="6">
        <dgm:presLayoutVars>
          <dgm:chMax val="1"/>
          <dgm:chPref val="1"/>
        </dgm:presLayoutVars>
      </dgm:prSet>
      <dgm:spPr/>
    </dgm:pt>
    <dgm:pt modelId="{57399823-A192-43F4-804E-74CAFAA0E152}" type="pres">
      <dgm:prSet presAssocID="{C7A5A1D2-EC63-4B77-992E-667A50DBDFDE}" presName="sibTrans" presStyleCnt="0"/>
      <dgm:spPr/>
    </dgm:pt>
    <dgm:pt modelId="{49D0D18B-EB6C-43FF-895B-3651164EA1FB}" type="pres">
      <dgm:prSet presAssocID="{29F07916-1657-4DF8-B2B1-65DD8024F2D5}" presName="compNode" presStyleCnt="0"/>
      <dgm:spPr/>
    </dgm:pt>
    <dgm:pt modelId="{4DE3BCF8-C38A-430B-9FEA-F0ACD04D38AC}" type="pres">
      <dgm:prSet presAssocID="{29F07916-1657-4DF8-B2B1-65DD8024F2D5}" presName="iconBgRect" presStyleLbl="bgShp" presStyleIdx="3" presStyleCnt="6"/>
      <dgm:spPr/>
    </dgm:pt>
    <dgm:pt modelId="{8B3F415C-98C9-48C0-9790-F44CF3651559}" type="pres">
      <dgm:prSet presAssocID="{29F07916-1657-4DF8-B2B1-65DD8024F2D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9A33E91C-A17D-4074-AEAA-81B896FE9055}" type="pres">
      <dgm:prSet presAssocID="{29F07916-1657-4DF8-B2B1-65DD8024F2D5}" presName="spaceRect" presStyleCnt="0"/>
      <dgm:spPr/>
    </dgm:pt>
    <dgm:pt modelId="{4367C27F-5D03-4FC5-9893-B41F70C63F65}" type="pres">
      <dgm:prSet presAssocID="{29F07916-1657-4DF8-B2B1-65DD8024F2D5}" presName="textRect" presStyleLbl="revTx" presStyleIdx="3" presStyleCnt="6">
        <dgm:presLayoutVars>
          <dgm:chMax val="1"/>
          <dgm:chPref val="1"/>
        </dgm:presLayoutVars>
      </dgm:prSet>
      <dgm:spPr/>
    </dgm:pt>
    <dgm:pt modelId="{9B2C407B-D613-4FD4-9EB2-2D5CDFC757B6}" type="pres">
      <dgm:prSet presAssocID="{BDB69AC3-BF94-4D44-9759-AADFCA46EDDC}" presName="sibTrans" presStyleCnt="0"/>
      <dgm:spPr/>
    </dgm:pt>
    <dgm:pt modelId="{09001E0D-C398-4B71-AE59-FC09B4DCF00E}" type="pres">
      <dgm:prSet presAssocID="{779016C1-26E2-48B7-B221-7128C4E24A4B}" presName="compNode" presStyleCnt="0"/>
      <dgm:spPr/>
    </dgm:pt>
    <dgm:pt modelId="{6A1F6C51-DC3F-48F6-85DD-AA6CB6271B62}" type="pres">
      <dgm:prSet presAssocID="{779016C1-26E2-48B7-B221-7128C4E24A4B}" presName="iconBgRect" presStyleLbl="bgShp" presStyleIdx="4" presStyleCnt="6"/>
      <dgm:spPr/>
    </dgm:pt>
    <dgm:pt modelId="{A1319C9A-66C9-4A08-9358-6D3490A54AF9}" type="pres">
      <dgm:prSet presAssocID="{779016C1-26E2-48B7-B221-7128C4E24A4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65DE79C1-36C3-46C5-B0D6-C25B929E51E2}" type="pres">
      <dgm:prSet presAssocID="{779016C1-26E2-48B7-B221-7128C4E24A4B}" presName="spaceRect" presStyleCnt="0"/>
      <dgm:spPr/>
    </dgm:pt>
    <dgm:pt modelId="{B9E51BEF-A27F-41B6-A8C0-39E6480BD2B6}" type="pres">
      <dgm:prSet presAssocID="{779016C1-26E2-48B7-B221-7128C4E24A4B}" presName="textRect" presStyleLbl="revTx" presStyleIdx="4" presStyleCnt="6">
        <dgm:presLayoutVars>
          <dgm:chMax val="1"/>
          <dgm:chPref val="1"/>
        </dgm:presLayoutVars>
      </dgm:prSet>
      <dgm:spPr/>
    </dgm:pt>
    <dgm:pt modelId="{B220BF07-5D36-4545-9662-C85D464AF138}" type="pres">
      <dgm:prSet presAssocID="{4F605249-9D10-4377-A3A3-AE962D29E8F7}" presName="sibTrans" presStyleCnt="0"/>
      <dgm:spPr/>
    </dgm:pt>
    <dgm:pt modelId="{D69D0D15-D4CF-4173-A8AB-8A3FF5AB6C10}" type="pres">
      <dgm:prSet presAssocID="{ECBB27C9-4A66-4A87-93EC-33B8141E223B}" presName="compNode" presStyleCnt="0"/>
      <dgm:spPr/>
    </dgm:pt>
    <dgm:pt modelId="{8C7FDD93-B8CE-4AC8-8A41-4248EBAB6D09}" type="pres">
      <dgm:prSet presAssocID="{ECBB27C9-4A66-4A87-93EC-33B8141E223B}" presName="iconBgRect" presStyleLbl="bgShp" presStyleIdx="5" presStyleCnt="6"/>
      <dgm:spPr/>
    </dgm:pt>
    <dgm:pt modelId="{9C3255FD-F347-4BC1-BC1A-D845EE9E91A4}" type="pres">
      <dgm:prSet presAssocID="{ECBB27C9-4A66-4A87-93EC-33B8141E223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7636F31-995A-459D-B059-7E9D521D907E}" type="pres">
      <dgm:prSet presAssocID="{ECBB27C9-4A66-4A87-93EC-33B8141E223B}" presName="spaceRect" presStyleCnt="0"/>
      <dgm:spPr/>
    </dgm:pt>
    <dgm:pt modelId="{A6F5A486-7474-41C3-891F-6DB7733B1A5B}" type="pres">
      <dgm:prSet presAssocID="{ECBB27C9-4A66-4A87-93EC-33B8141E223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B40B911-93C7-448A-ACEA-C471622F40A6}" srcId="{EF27BCBB-BF4E-4325-8F32-BA49CB923104}" destId="{E496564E-BBF0-45B6-B886-9656C6292C96}" srcOrd="2" destOrd="0" parTransId="{8124BCF7-C82F-4793-A8BB-4D63FF2F600E}" sibTransId="{C7A5A1D2-EC63-4B77-992E-667A50DBDFDE}"/>
    <dgm:cxn modelId="{5852DA17-4992-4BFE-84FB-D7197924D992}" type="presOf" srcId="{E496564E-BBF0-45B6-B886-9656C6292C96}" destId="{4C630723-0C7C-4182-B40D-90161F3C883C}" srcOrd="0" destOrd="0" presId="urn:microsoft.com/office/officeart/2018/5/layout/IconCircleLabelList"/>
    <dgm:cxn modelId="{BE8D0D3F-0CA5-44E9-8397-1981005418AB}" srcId="{EF27BCBB-BF4E-4325-8F32-BA49CB923104}" destId="{ECBB27C9-4A66-4A87-93EC-33B8141E223B}" srcOrd="5" destOrd="0" parTransId="{89043D7F-9219-40DB-A3FE-C7D2B2C4E58B}" sibTransId="{4A2B3E00-E652-43C8-AC64-ABF4B7B99712}"/>
    <dgm:cxn modelId="{BC281A59-597E-425E-B09B-09E5FBB33D7C}" srcId="{EF27BCBB-BF4E-4325-8F32-BA49CB923104}" destId="{7D432FE6-6D44-4A09-90A2-B221196942A4}" srcOrd="1" destOrd="0" parTransId="{B11B9DFF-3846-4D84-88D5-3D65E63E0AB4}" sibTransId="{26DFFFA0-3745-457D-8AD3-39D77AA62C4F}"/>
    <dgm:cxn modelId="{456C8F68-314A-4D48-BDC8-A054DEBBCC8E}" srcId="{EF27BCBB-BF4E-4325-8F32-BA49CB923104}" destId="{29F07916-1657-4DF8-B2B1-65DD8024F2D5}" srcOrd="3" destOrd="0" parTransId="{4BA57BD4-2D67-429E-961C-C8058D6C3C60}" sibTransId="{BDB69AC3-BF94-4D44-9759-AADFCA46EDDC}"/>
    <dgm:cxn modelId="{8F5A6C82-1456-4A41-B7B7-CA5DD927CD14}" srcId="{EF27BCBB-BF4E-4325-8F32-BA49CB923104}" destId="{779016C1-26E2-48B7-B221-7128C4E24A4B}" srcOrd="4" destOrd="0" parTransId="{0FC5DEFF-9DA3-49EC-AD38-9EC3639AFCDA}" sibTransId="{4F605249-9D10-4377-A3A3-AE962D29E8F7}"/>
    <dgm:cxn modelId="{86CD9EAB-EC51-47C6-ABA9-773D4E6A4FC2}" srcId="{EF27BCBB-BF4E-4325-8F32-BA49CB923104}" destId="{44B9A361-3820-4A9B-AF6A-86F9E1466C8E}" srcOrd="0" destOrd="0" parTransId="{E052904C-71D8-4624-B6BF-800B34AECE09}" sibTransId="{99D0F857-40FA-4360-BD24-4CF2CA7D8F2A}"/>
    <dgm:cxn modelId="{AAA7E1AD-82F6-4F7C-ACBD-F966934AA425}" type="presOf" srcId="{ECBB27C9-4A66-4A87-93EC-33B8141E223B}" destId="{A6F5A486-7474-41C3-891F-6DB7733B1A5B}" srcOrd="0" destOrd="0" presId="urn:microsoft.com/office/officeart/2018/5/layout/IconCircleLabelList"/>
    <dgm:cxn modelId="{5FCFD7DA-900E-4874-98FB-362FD999BB13}" type="presOf" srcId="{EF27BCBB-BF4E-4325-8F32-BA49CB923104}" destId="{A6203059-97DB-4876-A035-0A9B3E915A44}" srcOrd="0" destOrd="0" presId="urn:microsoft.com/office/officeart/2018/5/layout/IconCircleLabelList"/>
    <dgm:cxn modelId="{B3F93EDC-4B25-4EF4-AE01-B5212B4DF4CE}" type="presOf" srcId="{7D432FE6-6D44-4A09-90A2-B221196942A4}" destId="{9FAE990F-9600-43BD-8C6D-148ECBBB523C}" srcOrd="0" destOrd="0" presId="urn:microsoft.com/office/officeart/2018/5/layout/IconCircleLabelList"/>
    <dgm:cxn modelId="{CEFCCFE6-E11E-4A4C-8264-19347CD03DC3}" type="presOf" srcId="{779016C1-26E2-48B7-B221-7128C4E24A4B}" destId="{B9E51BEF-A27F-41B6-A8C0-39E6480BD2B6}" srcOrd="0" destOrd="0" presId="urn:microsoft.com/office/officeart/2018/5/layout/IconCircleLabelList"/>
    <dgm:cxn modelId="{E498CFF0-83BF-4591-BF42-A9FB1A58A6E2}" type="presOf" srcId="{29F07916-1657-4DF8-B2B1-65DD8024F2D5}" destId="{4367C27F-5D03-4FC5-9893-B41F70C63F65}" srcOrd="0" destOrd="0" presId="urn:microsoft.com/office/officeart/2018/5/layout/IconCircleLabelList"/>
    <dgm:cxn modelId="{BA9B24F2-F3DD-483A-A0D4-4C8143541980}" type="presOf" srcId="{44B9A361-3820-4A9B-AF6A-86F9E1466C8E}" destId="{C0585E76-C257-4310-A05B-3F4A56874E8A}" srcOrd="0" destOrd="0" presId="urn:microsoft.com/office/officeart/2018/5/layout/IconCircleLabelList"/>
    <dgm:cxn modelId="{AFEFCEDD-5131-4A1D-BFEA-CCF42CA411DD}" type="presParOf" srcId="{A6203059-97DB-4876-A035-0A9B3E915A44}" destId="{80CA2A74-2681-4AE3-8421-F971CB5A702B}" srcOrd="0" destOrd="0" presId="urn:microsoft.com/office/officeart/2018/5/layout/IconCircleLabelList"/>
    <dgm:cxn modelId="{DB63D73E-74A4-4E4C-9D6E-B7E0C820DF74}" type="presParOf" srcId="{80CA2A74-2681-4AE3-8421-F971CB5A702B}" destId="{A6B5CCCB-6483-4C1D-AF8A-9D0F91A1D39F}" srcOrd="0" destOrd="0" presId="urn:microsoft.com/office/officeart/2018/5/layout/IconCircleLabelList"/>
    <dgm:cxn modelId="{FB5B1C0A-30E8-4E1D-8868-200424884090}" type="presParOf" srcId="{80CA2A74-2681-4AE3-8421-F971CB5A702B}" destId="{21B85832-97F9-4311-BC68-56890760E109}" srcOrd="1" destOrd="0" presId="urn:microsoft.com/office/officeart/2018/5/layout/IconCircleLabelList"/>
    <dgm:cxn modelId="{42CD89C0-72A7-480C-8BE2-261AB152525E}" type="presParOf" srcId="{80CA2A74-2681-4AE3-8421-F971CB5A702B}" destId="{0FBF1938-2601-4229-82FD-5867A9DE9D84}" srcOrd="2" destOrd="0" presId="urn:microsoft.com/office/officeart/2018/5/layout/IconCircleLabelList"/>
    <dgm:cxn modelId="{AE531BEA-BC8F-41A9-9BEE-45574BA24883}" type="presParOf" srcId="{80CA2A74-2681-4AE3-8421-F971CB5A702B}" destId="{C0585E76-C257-4310-A05B-3F4A56874E8A}" srcOrd="3" destOrd="0" presId="urn:microsoft.com/office/officeart/2018/5/layout/IconCircleLabelList"/>
    <dgm:cxn modelId="{05320561-43B5-496A-BA14-1D8113F3AA87}" type="presParOf" srcId="{A6203059-97DB-4876-A035-0A9B3E915A44}" destId="{C644C7E0-D3A6-418D-B275-4F08B87E2667}" srcOrd="1" destOrd="0" presId="urn:microsoft.com/office/officeart/2018/5/layout/IconCircleLabelList"/>
    <dgm:cxn modelId="{720D23DD-FE6E-47D4-90FA-05C277EAAC9D}" type="presParOf" srcId="{A6203059-97DB-4876-A035-0A9B3E915A44}" destId="{07238172-797A-4861-82DF-C60FA97F2331}" srcOrd="2" destOrd="0" presId="urn:microsoft.com/office/officeart/2018/5/layout/IconCircleLabelList"/>
    <dgm:cxn modelId="{7AB780A5-7F2F-4684-A528-58ACB9F452E5}" type="presParOf" srcId="{07238172-797A-4861-82DF-C60FA97F2331}" destId="{86C311B4-1CB4-4199-8F13-C809ABD33076}" srcOrd="0" destOrd="0" presId="urn:microsoft.com/office/officeart/2018/5/layout/IconCircleLabelList"/>
    <dgm:cxn modelId="{4BC002A4-F5E3-40C5-9A0C-44575F06C515}" type="presParOf" srcId="{07238172-797A-4861-82DF-C60FA97F2331}" destId="{38A06784-5AF1-414C-B296-51F5BD521F85}" srcOrd="1" destOrd="0" presId="urn:microsoft.com/office/officeart/2018/5/layout/IconCircleLabelList"/>
    <dgm:cxn modelId="{4124B004-E4C5-460D-971A-ED589D13604D}" type="presParOf" srcId="{07238172-797A-4861-82DF-C60FA97F2331}" destId="{22A530A7-4D59-48D3-9D09-BD574C3BD188}" srcOrd="2" destOrd="0" presId="urn:microsoft.com/office/officeart/2018/5/layout/IconCircleLabelList"/>
    <dgm:cxn modelId="{2358FD27-4641-430F-B4A6-09C5B2FD1867}" type="presParOf" srcId="{07238172-797A-4861-82DF-C60FA97F2331}" destId="{9FAE990F-9600-43BD-8C6D-148ECBBB523C}" srcOrd="3" destOrd="0" presId="urn:microsoft.com/office/officeart/2018/5/layout/IconCircleLabelList"/>
    <dgm:cxn modelId="{B62C7B8A-6EB2-4FA6-AB2C-719D31FFD8DA}" type="presParOf" srcId="{A6203059-97DB-4876-A035-0A9B3E915A44}" destId="{2260188F-8D93-4A2A-ADD1-8C4F4D13F1B7}" srcOrd="3" destOrd="0" presId="urn:microsoft.com/office/officeart/2018/5/layout/IconCircleLabelList"/>
    <dgm:cxn modelId="{FAE79389-46D1-4593-B793-FEB1D3232F30}" type="presParOf" srcId="{A6203059-97DB-4876-A035-0A9B3E915A44}" destId="{063ABAFB-822F-4503-8C76-553D7324621F}" srcOrd="4" destOrd="0" presId="urn:microsoft.com/office/officeart/2018/5/layout/IconCircleLabelList"/>
    <dgm:cxn modelId="{A6176134-7AE8-48BF-B5C4-8E78389CBA5C}" type="presParOf" srcId="{063ABAFB-822F-4503-8C76-553D7324621F}" destId="{EF775A09-5CCF-4D93-875F-D6889EED9C5B}" srcOrd="0" destOrd="0" presId="urn:microsoft.com/office/officeart/2018/5/layout/IconCircleLabelList"/>
    <dgm:cxn modelId="{94D15742-B487-4042-BA77-F3932C1966DF}" type="presParOf" srcId="{063ABAFB-822F-4503-8C76-553D7324621F}" destId="{4EFB0A7D-04E8-4355-AC3C-477CC79ED4F3}" srcOrd="1" destOrd="0" presId="urn:microsoft.com/office/officeart/2018/5/layout/IconCircleLabelList"/>
    <dgm:cxn modelId="{3CC690D3-98C4-4068-B5F3-06297D13FA0E}" type="presParOf" srcId="{063ABAFB-822F-4503-8C76-553D7324621F}" destId="{4DEA1165-DD5E-4AD9-A878-144762445C7B}" srcOrd="2" destOrd="0" presId="urn:microsoft.com/office/officeart/2018/5/layout/IconCircleLabelList"/>
    <dgm:cxn modelId="{318B85F9-A28B-4BD2-8054-1D37005B5F19}" type="presParOf" srcId="{063ABAFB-822F-4503-8C76-553D7324621F}" destId="{4C630723-0C7C-4182-B40D-90161F3C883C}" srcOrd="3" destOrd="0" presId="urn:microsoft.com/office/officeart/2018/5/layout/IconCircleLabelList"/>
    <dgm:cxn modelId="{5D2B4B5C-7487-4F19-9BA1-89970B8D28D1}" type="presParOf" srcId="{A6203059-97DB-4876-A035-0A9B3E915A44}" destId="{57399823-A192-43F4-804E-74CAFAA0E152}" srcOrd="5" destOrd="0" presId="urn:microsoft.com/office/officeart/2018/5/layout/IconCircleLabelList"/>
    <dgm:cxn modelId="{37841BA0-380C-415F-BC6A-9DA4D14EE718}" type="presParOf" srcId="{A6203059-97DB-4876-A035-0A9B3E915A44}" destId="{49D0D18B-EB6C-43FF-895B-3651164EA1FB}" srcOrd="6" destOrd="0" presId="urn:microsoft.com/office/officeart/2018/5/layout/IconCircleLabelList"/>
    <dgm:cxn modelId="{3AA93C2F-F901-428E-A190-CB21FD665413}" type="presParOf" srcId="{49D0D18B-EB6C-43FF-895B-3651164EA1FB}" destId="{4DE3BCF8-C38A-430B-9FEA-F0ACD04D38AC}" srcOrd="0" destOrd="0" presId="urn:microsoft.com/office/officeart/2018/5/layout/IconCircleLabelList"/>
    <dgm:cxn modelId="{BAFFFE79-CADD-44E6-9974-C8F5BAD7979C}" type="presParOf" srcId="{49D0D18B-EB6C-43FF-895B-3651164EA1FB}" destId="{8B3F415C-98C9-48C0-9790-F44CF3651559}" srcOrd="1" destOrd="0" presId="urn:microsoft.com/office/officeart/2018/5/layout/IconCircleLabelList"/>
    <dgm:cxn modelId="{D746479C-7B10-4450-9049-F05422C7FC19}" type="presParOf" srcId="{49D0D18B-EB6C-43FF-895B-3651164EA1FB}" destId="{9A33E91C-A17D-4074-AEAA-81B896FE9055}" srcOrd="2" destOrd="0" presId="urn:microsoft.com/office/officeart/2018/5/layout/IconCircleLabelList"/>
    <dgm:cxn modelId="{901D14E2-BA42-411C-863B-58E97BFB4E3D}" type="presParOf" srcId="{49D0D18B-EB6C-43FF-895B-3651164EA1FB}" destId="{4367C27F-5D03-4FC5-9893-B41F70C63F65}" srcOrd="3" destOrd="0" presId="urn:microsoft.com/office/officeart/2018/5/layout/IconCircleLabelList"/>
    <dgm:cxn modelId="{0175AA2F-D7CD-4D29-A0BC-AE092EF3FC25}" type="presParOf" srcId="{A6203059-97DB-4876-A035-0A9B3E915A44}" destId="{9B2C407B-D613-4FD4-9EB2-2D5CDFC757B6}" srcOrd="7" destOrd="0" presId="urn:microsoft.com/office/officeart/2018/5/layout/IconCircleLabelList"/>
    <dgm:cxn modelId="{09E78241-7F95-4EB2-8682-FB8160A8C7AD}" type="presParOf" srcId="{A6203059-97DB-4876-A035-0A9B3E915A44}" destId="{09001E0D-C398-4B71-AE59-FC09B4DCF00E}" srcOrd="8" destOrd="0" presId="urn:microsoft.com/office/officeart/2018/5/layout/IconCircleLabelList"/>
    <dgm:cxn modelId="{C51D2BFA-6B6A-4F7D-988B-B364D0F3CE5C}" type="presParOf" srcId="{09001E0D-C398-4B71-AE59-FC09B4DCF00E}" destId="{6A1F6C51-DC3F-48F6-85DD-AA6CB6271B62}" srcOrd="0" destOrd="0" presId="urn:microsoft.com/office/officeart/2018/5/layout/IconCircleLabelList"/>
    <dgm:cxn modelId="{E18B4FD5-6F7E-4E42-9FEE-58941988403F}" type="presParOf" srcId="{09001E0D-C398-4B71-AE59-FC09B4DCF00E}" destId="{A1319C9A-66C9-4A08-9358-6D3490A54AF9}" srcOrd="1" destOrd="0" presId="urn:microsoft.com/office/officeart/2018/5/layout/IconCircleLabelList"/>
    <dgm:cxn modelId="{E1B03754-8688-4EA8-94F2-AD7076B63AE2}" type="presParOf" srcId="{09001E0D-C398-4B71-AE59-FC09B4DCF00E}" destId="{65DE79C1-36C3-46C5-B0D6-C25B929E51E2}" srcOrd="2" destOrd="0" presId="urn:microsoft.com/office/officeart/2018/5/layout/IconCircleLabelList"/>
    <dgm:cxn modelId="{61D1F716-08F0-4D3F-9748-BC03AFD1962A}" type="presParOf" srcId="{09001E0D-C398-4B71-AE59-FC09B4DCF00E}" destId="{B9E51BEF-A27F-41B6-A8C0-39E6480BD2B6}" srcOrd="3" destOrd="0" presId="urn:microsoft.com/office/officeart/2018/5/layout/IconCircleLabelList"/>
    <dgm:cxn modelId="{3C7F5C3C-4731-454F-8101-6A5E9DFBAEBE}" type="presParOf" srcId="{A6203059-97DB-4876-A035-0A9B3E915A44}" destId="{B220BF07-5D36-4545-9662-C85D464AF138}" srcOrd="9" destOrd="0" presId="urn:microsoft.com/office/officeart/2018/5/layout/IconCircleLabelList"/>
    <dgm:cxn modelId="{2B03A59A-33A2-4EC5-B707-2FB9DC6D9650}" type="presParOf" srcId="{A6203059-97DB-4876-A035-0A9B3E915A44}" destId="{D69D0D15-D4CF-4173-A8AB-8A3FF5AB6C10}" srcOrd="10" destOrd="0" presId="urn:microsoft.com/office/officeart/2018/5/layout/IconCircleLabelList"/>
    <dgm:cxn modelId="{AA1711D3-6C2A-4576-8911-F98D616A0419}" type="presParOf" srcId="{D69D0D15-D4CF-4173-A8AB-8A3FF5AB6C10}" destId="{8C7FDD93-B8CE-4AC8-8A41-4248EBAB6D09}" srcOrd="0" destOrd="0" presId="urn:microsoft.com/office/officeart/2018/5/layout/IconCircleLabelList"/>
    <dgm:cxn modelId="{514F1E48-445E-421D-B197-20F2A05DE58B}" type="presParOf" srcId="{D69D0D15-D4CF-4173-A8AB-8A3FF5AB6C10}" destId="{9C3255FD-F347-4BC1-BC1A-D845EE9E91A4}" srcOrd="1" destOrd="0" presId="urn:microsoft.com/office/officeart/2018/5/layout/IconCircleLabelList"/>
    <dgm:cxn modelId="{7D4BDD2E-669E-45C5-B6CC-CAF5E16508ED}" type="presParOf" srcId="{D69D0D15-D4CF-4173-A8AB-8A3FF5AB6C10}" destId="{17636F31-995A-459D-B059-7E9D521D907E}" srcOrd="2" destOrd="0" presId="urn:microsoft.com/office/officeart/2018/5/layout/IconCircleLabelList"/>
    <dgm:cxn modelId="{3BEEA4AB-74E9-4B37-BF60-AC0016D17A55}" type="presParOf" srcId="{D69D0D15-D4CF-4173-A8AB-8A3FF5AB6C10}" destId="{A6F5A486-7474-41C3-891F-6DB7733B1A5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124D78-1660-4E08-AD2F-07235C9D596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5041FD6-D7D2-4860-ADDA-DBAD97A1792D}">
      <dgm:prSet/>
      <dgm:spPr/>
      <dgm:t>
        <a:bodyPr/>
        <a:lstStyle/>
        <a:p>
          <a:r>
            <a:rPr lang="en-US" dirty="0"/>
            <a:t>Fetches sensor data from simulator</a:t>
          </a:r>
        </a:p>
      </dgm:t>
    </dgm:pt>
    <dgm:pt modelId="{682D1857-330F-4224-B88D-D169FECED85A}" type="parTrans" cxnId="{F7732066-3B0B-48EF-9A7D-73791FAEB29F}">
      <dgm:prSet/>
      <dgm:spPr/>
      <dgm:t>
        <a:bodyPr/>
        <a:lstStyle/>
        <a:p>
          <a:endParaRPr lang="en-US"/>
        </a:p>
      </dgm:t>
    </dgm:pt>
    <dgm:pt modelId="{74EA2CA6-D774-46C3-AE22-79FFBFF093D3}" type="sibTrans" cxnId="{F7732066-3B0B-48EF-9A7D-73791FAEB29F}">
      <dgm:prSet/>
      <dgm:spPr/>
      <dgm:t>
        <a:bodyPr/>
        <a:lstStyle/>
        <a:p>
          <a:endParaRPr lang="en-US"/>
        </a:p>
      </dgm:t>
    </dgm:pt>
    <dgm:pt modelId="{5670A649-9062-4ED0-B0CA-AFC197790914}">
      <dgm:prSet/>
      <dgm:spPr/>
      <dgm:t>
        <a:bodyPr/>
        <a:lstStyle/>
        <a:p>
          <a:r>
            <a:rPr lang="en-US" dirty="0"/>
            <a:t>Transforms data</a:t>
          </a:r>
        </a:p>
      </dgm:t>
    </dgm:pt>
    <dgm:pt modelId="{6D1BD48C-37BD-4290-A277-F8215F77B9A0}" type="parTrans" cxnId="{1916AA77-46A2-46F8-A7DA-E4DBB06261F7}">
      <dgm:prSet/>
      <dgm:spPr/>
      <dgm:t>
        <a:bodyPr/>
        <a:lstStyle/>
        <a:p>
          <a:endParaRPr lang="en-US"/>
        </a:p>
      </dgm:t>
    </dgm:pt>
    <dgm:pt modelId="{8CCD95A2-332D-4DDC-818B-A1D5220D7E36}" type="sibTrans" cxnId="{1916AA77-46A2-46F8-A7DA-E4DBB06261F7}">
      <dgm:prSet/>
      <dgm:spPr/>
      <dgm:t>
        <a:bodyPr/>
        <a:lstStyle/>
        <a:p>
          <a:endParaRPr lang="en-US"/>
        </a:p>
      </dgm:t>
    </dgm:pt>
    <dgm:pt modelId="{2A8F2DF8-4097-4A98-893F-86F162C105DB}">
      <dgm:prSet/>
      <dgm:spPr/>
      <dgm:t>
        <a:bodyPr/>
        <a:lstStyle/>
        <a:p>
          <a:r>
            <a:rPr lang="en-US"/>
            <a:t>Publishes messages to RabbitMQ</a:t>
          </a:r>
        </a:p>
      </dgm:t>
    </dgm:pt>
    <dgm:pt modelId="{DE94C40A-75E7-4468-8ADB-365C31EEACF6}" type="parTrans" cxnId="{88299DDA-E825-4630-B45F-1B1456E238FB}">
      <dgm:prSet/>
      <dgm:spPr/>
      <dgm:t>
        <a:bodyPr/>
        <a:lstStyle/>
        <a:p>
          <a:endParaRPr lang="en-US"/>
        </a:p>
      </dgm:t>
    </dgm:pt>
    <dgm:pt modelId="{76F7AE08-6ED9-4C87-A608-47E2B9113F06}" type="sibTrans" cxnId="{88299DDA-E825-4630-B45F-1B1456E238FB}">
      <dgm:prSet/>
      <dgm:spPr/>
      <dgm:t>
        <a:bodyPr/>
        <a:lstStyle/>
        <a:p>
          <a:endParaRPr lang="en-US"/>
        </a:p>
      </dgm:t>
    </dgm:pt>
    <dgm:pt modelId="{80101F31-7D73-9F47-B1CA-8EC83EADDD54}" type="pres">
      <dgm:prSet presAssocID="{59124D78-1660-4E08-AD2F-07235C9D5960}" presName="outerComposite" presStyleCnt="0">
        <dgm:presLayoutVars>
          <dgm:chMax val="5"/>
          <dgm:dir/>
          <dgm:resizeHandles val="exact"/>
        </dgm:presLayoutVars>
      </dgm:prSet>
      <dgm:spPr/>
    </dgm:pt>
    <dgm:pt modelId="{1646B988-115E-934C-AA65-24DAA868ABA6}" type="pres">
      <dgm:prSet presAssocID="{59124D78-1660-4E08-AD2F-07235C9D5960}" presName="dummyMaxCanvas" presStyleCnt="0">
        <dgm:presLayoutVars/>
      </dgm:prSet>
      <dgm:spPr/>
    </dgm:pt>
    <dgm:pt modelId="{F6C22BAF-3E19-B34D-A793-D55151C31776}" type="pres">
      <dgm:prSet presAssocID="{59124D78-1660-4E08-AD2F-07235C9D5960}" presName="ThreeNodes_1" presStyleLbl="node1" presStyleIdx="0" presStyleCnt="3">
        <dgm:presLayoutVars>
          <dgm:bulletEnabled val="1"/>
        </dgm:presLayoutVars>
      </dgm:prSet>
      <dgm:spPr/>
    </dgm:pt>
    <dgm:pt modelId="{12A675E2-1EAF-5448-94F6-784D82D5CE09}" type="pres">
      <dgm:prSet presAssocID="{59124D78-1660-4E08-AD2F-07235C9D5960}" presName="ThreeNodes_2" presStyleLbl="node1" presStyleIdx="1" presStyleCnt="3">
        <dgm:presLayoutVars>
          <dgm:bulletEnabled val="1"/>
        </dgm:presLayoutVars>
      </dgm:prSet>
      <dgm:spPr/>
    </dgm:pt>
    <dgm:pt modelId="{22B79FF6-46F7-4143-A24C-BC727251B68E}" type="pres">
      <dgm:prSet presAssocID="{59124D78-1660-4E08-AD2F-07235C9D5960}" presName="ThreeNodes_3" presStyleLbl="node1" presStyleIdx="2" presStyleCnt="3">
        <dgm:presLayoutVars>
          <dgm:bulletEnabled val="1"/>
        </dgm:presLayoutVars>
      </dgm:prSet>
      <dgm:spPr/>
    </dgm:pt>
    <dgm:pt modelId="{659E12B8-FA04-254B-AE98-5C8C68A1B236}" type="pres">
      <dgm:prSet presAssocID="{59124D78-1660-4E08-AD2F-07235C9D5960}" presName="ThreeConn_1-2" presStyleLbl="fgAccFollowNode1" presStyleIdx="0" presStyleCnt="2">
        <dgm:presLayoutVars>
          <dgm:bulletEnabled val="1"/>
        </dgm:presLayoutVars>
      </dgm:prSet>
      <dgm:spPr/>
    </dgm:pt>
    <dgm:pt modelId="{6B11AAFE-479D-D249-9DD0-EBAA48E904A8}" type="pres">
      <dgm:prSet presAssocID="{59124D78-1660-4E08-AD2F-07235C9D5960}" presName="ThreeConn_2-3" presStyleLbl="fgAccFollowNode1" presStyleIdx="1" presStyleCnt="2">
        <dgm:presLayoutVars>
          <dgm:bulletEnabled val="1"/>
        </dgm:presLayoutVars>
      </dgm:prSet>
      <dgm:spPr/>
    </dgm:pt>
    <dgm:pt modelId="{58AE35A7-8541-A649-9ED5-B1C15E66D86C}" type="pres">
      <dgm:prSet presAssocID="{59124D78-1660-4E08-AD2F-07235C9D5960}" presName="ThreeNodes_1_text" presStyleLbl="node1" presStyleIdx="2" presStyleCnt="3">
        <dgm:presLayoutVars>
          <dgm:bulletEnabled val="1"/>
        </dgm:presLayoutVars>
      </dgm:prSet>
      <dgm:spPr/>
    </dgm:pt>
    <dgm:pt modelId="{E5DA900A-6086-0449-8798-C162F8A714BC}" type="pres">
      <dgm:prSet presAssocID="{59124D78-1660-4E08-AD2F-07235C9D5960}" presName="ThreeNodes_2_text" presStyleLbl="node1" presStyleIdx="2" presStyleCnt="3">
        <dgm:presLayoutVars>
          <dgm:bulletEnabled val="1"/>
        </dgm:presLayoutVars>
      </dgm:prSet>
      <dgm:spPr/>
    </dgm:pt>
    <dgm:pt modelId="{B3FCFF61-EFA3-E841-9C8B-761E6B70F437}" type="pres">
      <dgm:prSet presAssocID="{59124D78-1660-4E08-AD2F-07235C9D596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B81C10A-8359-B547-98A0-39AEC1E86F13}" type="presOf" srcId="{2A8F2DF8-4097-4A98-893F-86F162C105DB}" destId="{22B79FF6-46F7-4143-A24C-BC727251B68E}" srcOrd="0" destOrd="0" presId="urn:microsoft.com/office/officeart/2005/8/layout/vProcess5"/>
    <dgm:cxn modelId="{C1A7F72A-706C-7141-B6A8-038FB84A1497}" type="presOf" srcId="{59124D78-1660-4E08-AD2F-07235C9D5960}" destId="{80101F31-7D73-9F47-B1CA-8EC83EADDD54}" srcOrd="0" destOrd="0" presId="urn:microsoft.com/office/officeart/2005/8/layout/vProcess5"/>
    <dgm:cxn modelId="{7BC93C30-56FD-494B-A257-B43AD7994F09}" type="presOf" srcId="{5670A649-9062-4ED0-B0CA-AFC197790914}" destId="{E5DA900A-6086-0449-8798-C162F8A714BC}" srcOrd="1" destOrd="0" presId="urn:microsoft.com/office/officeart/2005/8/layout/vProcess5"/>
    <dgm:cxn modelId="{31C38C3E-27D5-BB4B-BE08-7918544B07CD}" type="presOf" srcId="{2A8F2DF8-4097-4A98-893F-86F162C105DB}" destId="{B3FCFF61-EFA3-E841-9C8B-761E6B70F437}" srcOrd="1" destOrd="0" presId="urn:microsoft.com/office/officeart/2005/8/layout/vProcess5"/>
    <dgm:cxn modelId="{6D53DF58-C86D-4A44-B801-C813B650404D}" type="presOf" srcId="{8CCD95A2-332D-4DDC-818B-A1D5220D7E36}" destId="{6B11AAFE-479D-D249-9DD0-EBAA48E904A8}" srcOrd="0" destOrd="0" presId="urn:microsoft.com/office/officeart/2005/8/layout/vProcess5"/>
    <dgm:cxn modelId="{F7732066-3B0B-48EF-9A7D-73791FAEB29F}" srcId="{59124D78-1660-4E08-AD2F-07235C9D5960}" destId="{35041FD6-D7D2-4860-ADDA-DBAD97A1792D}" srcOrd="0" destOrd="0" parTransId="{682D1857-330F-4224-B88D-D169FECED85A}" sibTransId="{74EA2CA6-D774-46C3-AE22-79FFBFF093D3}"/>
    <dgm:cxn modelId="{1916AA77-46A2-46F8-A7DA-E4DBB06261F7}" srcId="{59124D78-1660-4E08-AD2F-07235C9D5960}" destId="{5670A649-9062-4ED0-B0CA-AFC197790914}" srcOrd="1" destOrd="0" parTransId="{6D1BD48C-37BD-4290-A277-F8215F77B9A0}" sibTransId="{8CCD95A2-332D-4DDC-818B-A1D5220D7E36}"/>
    <dgm:cxn modelId="{AB21CABE-E9F8-A84A-80E9-46E050D61C45}" type="presOf" srcId="{74EA2CA6-D774-46C3-AE22-79FFBFF093D3}" destId="{659E12B8-FA04-254B-AE98-5C8C68A1B236}" srcOrd="0" destOrd="0" presId="urn:microsoft.com/office/officeart/2005/8/layout/vProcess5"/>
    <dgm:cxn modelId="{39CDF1C7-0C8C-5049-83A3-C885E509FBEF}" type="presOf" srcId="{35041FD6-D7D2-4860-ADDA-DBAD97A1792D}" destId="{F6C22BAF-3E19-B34D-A793-D55151C31776}" srcOrd="0" destOrd="0" presId="urn:microsoft.com/office/officeart/2005/8/layout/vProcess5"/>
    <dgm:cxn modelId="{E4B0C3D6-43A7-1D4F-977F-4EB309EDD046}" type="presOf" srcId="{35041FD6-D7D2-4860-ADDA-DBAD97A1792D}" destId="{58AE35A7-8541-A649-9ED5-B1C15E66D86C}" srcOrd="1" destOrd="0" presId="urn:microsoft.com/office/officeart/2005/8/layout/vProcess5"/>
    <dgm:cxn modelId="{88299DDA-E825-4630-B45F-1B1456E238FB}" srcId="{59124D78-1660-4E08-AD2F-07235C9D5960}" destId="{2A8F2DF8-4097-4A98-893F-86F162C105DB}" srcOrd="2" destOrd="0" parTransId="{DE94C40A-75E7-4468-8ADB-365C31EEACF6}" sibTransId="{76F7AE08-6ED9-4C87-A608-47E2B9113F06}"/>
    <dgm:cxn modelId="{3822C6FB-F8B9-1C45-9999-0662F300D99F}" type="presOf" srcId="{5670A649-9062-4ED0-B0CA-AFC197790914}" destId="{12A675E2-1EAF-5448-94F6-784D82D5CE09}" srcOrd="0" destOrd="0" presId="urn:microsoft.com/office/officeart/2005/8/layout/vProcess5"/>
    <dgm:cxn modelId="{9162134A-60A0-FB4F-BA6E-9AA952662B11}" type="presParOf" srcId="{80101F31-7D73-9F47-B1CA-8EC83EADDD54}" destId="{1646B988-115E-934C-AA65-24DAA868ABA6}" srcOrd="0" destOrd="0" presId="urn:microsoft.com/office/officeart/2005/8/layout/vProcess5"/>
    <dgm:cxn modelId="{DFA0CBC5-A9D5-7241-B8A8-593034AFF2C2}" type="presParOf" srcId="{80101F31-7D73-9F47-B1CA-8EC83EADDD54}" destId="{F6C22BAF-3E19-B34D-A793-D55151C31776}" srcOrd="1" destOrd="0" presId="urn:microsoft.com/office/officeart/2005/8/layout/vProcess5"/>
    <dgm:cxn modelId="{F073B6F9-A007-264D-9024-56A988E457C9}" type="presParOf" srcId="{80101F31-7D73-9F47-B1CA-8EC83EADDD54}" destId="{12A675E2-1EAF-5448-94F6-784D82D5CE09}" srcOrd="2" destOrd="0" presId="urn:microsoft.com/office/officeart/2005/8/layout/vProcess5"/>
    <dgm:cxn modelId="{7688DEAE-1A45-D249-8E6A-B811C5BF2D74}" type="presParOf" srcId="{80101F31-7D73-9F47-B1CA-8EC83EADDD54}" destId="{22B79FF6-46F7-4143-A24C-BC727251B68E}" srcOrd="3" destOrd="0" presId="urn:microsoft.com/office/officeart/2005/8/layout/vProcess5"/>
    <dgm:cxn modelId="{F82D7B07-7183-2843-B40D-EF950EE5A328}" type="presParOf" srcId="{80101F31-7D73-9F47-B1CA-8EC83EADDD54}" destId="{659E12B8-FA04-254B-AE98-5C8C68A1B236}" srcOrd="4" destOrd="0" presId="urn:microsoft.com/office/officeart/2005/8/layout/vProcess5"/>
    <dgm:cxn modelId="{AA38DAD8-5AC3-CF40-BFBC-2D21C117A671}" type="presParOf" srcId="{80101F31-7D73-9F47-B1CA-8EC83EADDD54}" destId="{6B11AAFE-479D-D249-9DD0-EBAA48E904A8}" srcOrd="5" destOrd="0" presId="urn:microsoft.com/office/officeart/2005/8/layout/vProcess5"/>
    <dgm:cxn modelId="{1B0E042C-BEB5-0845-9001-6C03866CCEA8}" type="presParOf" srcId="{80101F31-7D73-9F47-B1CA-8EC83EADDD54}" destId="{58AE35A7-8541-A649-9ED5-B1C15E66D86C}" srcOrd="6" destOrd="0" presId="urn:microsoft.com/office/officeart/2005/8/layout/vProcess5"/>
    <dgm:cxn modelId="{10C52214-3689-8B48-8E48-6E14C71128BE}" type="presParOf" srcId="{80101F31-7D73-9F47-B1CA-8EC83EADDD54}" destId="{E5DA900A-6086-0449-8798-C162F8A714BC}" srcOrd="7" destOrd="0" presId="urn:microsoft.com/office/officeart/2005/8/layout/vProcess5"/>
    <dgm:cxn modelId="{6173168F-F6ED-9F4A-A214-9E1A8AA966C6}" type="presParOf" srcId="{80101F31-7D73-9F47-B1CA-8EC83EADDD54}" destId="{B3FCFF61-EFA3-E841-9C8B-761E6B70F43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9124D78-1660-4E08-AD2F-07235C9D596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5041FD6-D7D2-4860-ADDA-DBAD97A1792D}">
      <dgm:prSet/>
      <dgm:spPr/>
      <dgm:t>
        <a:bodyPr/>
        <a:lstStyle/>
        <a:p>
          <a:r>
            <a:rPr lang="en-GB" dirty="0"/>
            <a:t>Handles asynchronous communication</a:t>
          </a:r>
          <a:endParaRPr lang="en-US" dirty="0"/>
        </a:p>
      </dgm:t>
    </dgm:pt>
    <dgm:pt modelId="{682D1857-330F-4224-B88D-D169FECED85A}" type="parTrans" cxnId="{F7732066-3B0B-48EF-9A7D-73791FAEB29F}">
      <dgm:prSet/>
      <dgm:spPr/>
      <dgm:t>
        <a:bodyPr/>
        <a:lstStyle/>
        <a:p>
          <a:endParaRPr lang="en-US"/>
        </a:p>
      </dgm:t>
    </dgm:pt>
    <dgm:pt modelId="{74EA2CA6-D774-46C3-AE22-79FFBFF093D3}" type="sibTrans" cxnId="{F7732066-3B0B-48EF-9A7D-73791FAEB29F}">
      <dgm:prSet/>
      <dgm:spPr/>
      <dgm:t>
        <a:bodyPr/>
        <a:lstStyle/>
        <a:p>
          <a:endParaRPr lang="en-US"/>
        </a:p>
      </dgm:t>
    </dgm:pt>
    <dgm:pt modelId="{5670A649-9062-4ED0-B0CA-AFC197790914}">
      <dgm:prSet/>
      <dgm:spPr/>
      <dgm:t>
        <a:bodyPr/>
        <a:lstStyle/>
        <a:p>
          <a:r>
            <a:rPr lang="en-GB" dirty="0"/>
            <a:t>Receives data from ingestion service</a:t>
          </a:r>
          <a:endParaRPr lang="en-US" dirty="0"/>
        </a:p>
      </dgm:t>
    </dgm:pt>
    <dgm:pt modelId="{6D1BD48C-37BD-4290-A277-F8215F77B9A0}" type="parTrans" cxnId="{1916AA77-46A2-46F8-A7DA-E4DBB06261F7}">
      <dgm:prSet/>
      <dgm:spPr/>
      <dgm:t>
        <a:bodyPr/>
        <a:lstStyle/>
        <a:p>
          <a:endParaRPr lang="en-US"/>
        </a:p>
      </dgm:t>
    </dgm:pt>
    <dgm:pt modelId="{8CCD95A2-332D-4DDC-818B-A1D5220D7E36}" type="sibTrans" cxnId="{1916AA77-46A2-46F8-A7DA-E4DBB06261F7}">
      <dgm:prSet/>
      <dgm:spPr/>
      <dgm:t>
        <a:bodyPr/>
        <a:lstStyle/>
        <a:p>
          <a:endParaRPr lang="en-US"/>
        </a:p>
      </dgm:t>
    </dgm:pt>
    <dgm:pt modelId="{2A8F2DF8-4097-4A98-893F-86F162C105DB}">
      <dgm:prSet/>
      <dgm:spPr/>
      <dgm:t>
        <a:bodyPr/>
        <a:lstStyle/>
        <a:p>
          <a:r>
            <a:rPr lang="en-GB" dirty="0"/>
            <a:t>Distributes messages to consumers</a:t>
          </a:r>
          <a:endParaRPr lang="en-US" dirty="0"/>
        </a:p>
      </dgm:t>
    </dgm:pt>
    <dgm:pt modelId="{DE94C40A-75E7-4468-8ADB-365C31EEACF6}" type="parTrans" cxnId="{88299DDA-E825-4630-B45F-1B1456E238FB}">
      <dgm:prSet/>
      <dgm:spPr/>
      <dgm:t>
        <a:bodyPr/>
        <a:lstStyle/>
        <a:p>
          <a:endParaRPr lang="en-US"/>
        </a:p>
      </dgm:t>
    </dgm:pt>
    <dgm:pt modelId="{76F7AE08-6ED9-4C87-A608-47E2B9113F06}" type="sibTrans" cxnId="{88299DDA-E825-4630-B45F-1B1456E238FB}">
      <dgm:prSet/>
      <dgm:spPr/>
      <dgm:t>
        <a:bodyPr/>
        <a:lstStyle/>
        <a:p>
          <a:endParaRPr lang="en-US"/>
        </a:p>
      </dgm:t>
    </dgm:pt>
    <dgm:pt modelId="{A9DCC6FE-F61E-8C4A-AA1D-8047A0FE11C9}">
      <dgm:prSet/>
      <dgm:spPr/>
      <dgm:t>
        <a:bodyPr/>
        <a:lstStyle/>
        <a:p>
          <a:r>
            <a:rPr lang="en-GB"/>
            <a:t>Decouples system services</a:t>
          </a:r>
          <a:endParaRPr lang="en-GB" dirty="0"/>
        </a:p>
      </dgm:t>
    </dgm:pt>
    <dgm:pt modelId="{66D07350-8DD0-8C48-B133-0466190DD5AF}" type="parTrans" cxnId="{95950181-9FE8-ED40-B9B1-B7E355868004}">
      <dgm:prSet/>
      <dgm:spPr/>
      <dgm:t>
        <a:bodyPr/>
        <a:lstStyle/>
        <a:p>
          <a:endParaRPr lang="en-GB"/>
        </a:p>
      </dgm:t>
    </dgm:pt>
    <dgm:pt modelId="{F8E89EF9-BF77-5E4B-BAB8-D233D6ED4BA0}" type="sibTrans" cxnId="{95950181-9FE8-ED40-B9B1-B7E355868004}">
      <dgm:prSet/>
      <dgm:spPr/>
      <dgm:t>
        <a:bodyPr/>
        <a:lstStyle/>
        <a:p>
          <a:endParaRPr lang="en-GB"/>
        </a:p>
      </dgm:t>
    </dgm:pt>
    <dgm:pt modelId="{80101F31-7D73-9F47-B1CA-8EC83EADDD54}" type="pres">
      <dgm:prSet presAssocID="{59124D78-1660-4E08-AD2F-07235C9D5960}" presName="outerComposite" presStyleCnt="0">
        <dgm:presLayoutVars>
          <dgm:chMax val="5"/>
          <dgm:dir/>
          <dgm:resizeHandles val="exact"/>
        </dgm:presLayoutVars>
      </dgm:prSet>
      <dgm:spPr/>
    </dgm:pt>
    <dgm:pt modelId="{1646B988-115E-934C-AA65-24DAA868ABA6}" type="pres">
      <dgm:prSet presAssocID="{59124D78-1660-4E08-AD2F-07235C9D5960}" presName="dummyMaxCanvas" presStyleCnt="0">
        <dgm:presLayoutVars/>
      </dgm:prSet>
      <dgm:spPr/>
    </dgm:pt>
    <dgm:pt modelId="{F3F3FCD3-822E-1544-BC2C-0F2878207BAF}" type="pres">
      <dgm:prSet presAssocID="{59124D78-1660-4E08-AD2F-07235C9D5960}" presName="FourNodes_1" presStyleLbl="node1" presStyleIdx="0" presStyleCnt="4">
        <dgm:presLayoutVars>
          <dgm:bulletEnabled val="1"/>
        </dgm:presLayoutVars>
      </dgm:prSet>
      <dgm:spPr/>
    </dgm:pt>
    <dgm:pt modelId="{5E96E4C1-B6C9-FF44-9D6A-124A554C1C7E}" type="pres">
      <dgm:prSet presAssocID="{59124D78-1660-4E08-AD2F-07235C9D5960}" presName="FourNodes_2" presStyleLbl="node1" presStyleIdx="1" presStyleCnt="4">
        <dgm:presLayoutVars>
          <dgm:bulletEnabled val="1"/>
        </dgm:presLayoutVars>
      </dgm:prSet>
      <dgm:spPr/>
    </dgm:pt>
    <dgm:pt modelId="{8801C9CB-A39C-EB4E-BD68-7A8E48677255}" type="pres">
      <dgm:prSet presAssocID="{59124D78-1660-4E08-AD2F-07235C9D5960}" presName="FourNodes_3" presStyleLbl="node1" presStyleIdx="2" presStyleCnt="4">
        <dgm:presLayoutVars>
          <dgm:bulletEnabled val="1"/>
        </dgm:presLayoutVars>
      </dgm:prSet>
      <dgm:spPr/>
    </dgm:pt>
    <dgm:pt modelId="{AC90A623-EDBF-AC41-A16B-3DDE5E13FC92}" type="pres">
      <dgm:prSet presAssocID="{59124D78-1660-4E08-AD2F-07235C9D5960}" presName="FourNodes_4" presStyleLbl="node1" presStyleIdx="3" presStyleCnt="4">
        <dgm:presLayoutVars>
          <dgm:bulletEnabled val="1"/>
        </dgm:presLayoutVars>
      </dgm:prSet>
      <dgm:spPr/>
    </dgm:pt>
    <dgm:pt modelId="{3C80B35F-7085-3549-98F6-FEDBAE56E046}" type="pres">
      <dgm:prSet presAssocID="{59124D78-1660-4E08-AD2F-07235C9D5960}" presName="FourConn_1-2" presStyleLbl="fgAccFollowNode1" presStyleIdx="0" presStyleCnt="3">
        <dgm:presLayoutVars>
          <dgm:bulletEnabled val="1"/>
        </dgm:presLayoutVars>
      </dgm:prSet>
      <dgm:spPr/>
    </dgm:pt>
    <dgm:pt modelId="{FC96E000-EB09-D64E-9CF3-D2FE805A8B79}" type="pres">
      <dgm:prSet presAssocID="{59124D78-1660-4E08-AD2F-07235C9D5960}" presName="FourConn_2-3" presStyleLbl="fgAccFollowNode1" presStyleIdx="1" presStyleCnt="3">
        <dgm:presLayoutVars>
          <dgm:bulletEnabled val="1"/>
        </dgm:presLayoutVars>
      </dgm:prSet>
      <dgm:spPr/>
    </dgm:pt>
    <dgm:pt modelId="{739EBDDA-071E-4B43-A4EB-6F6633835661}" type="pres">
      <dgm:prSet presAssocID="{59124D78-1660-4E08-AD2F-07235C9D5960}" presName="FourConn_3-4" presStyleLbl="fgAccFollowNode1" presStyleIdx="2" presStyleCnt="3">
        <dgm:presLayoutVars>
          <dgm:bulletEnabled val="1"/>
        </dgm:presLayoutVars>
      </dgm:prSet>
      <dgm:spPr/>
    </dgm:pt>
    <dgm:pt modelId="{13F21D55-3FB4-CC4C-90F8-8B4163E2EEE8}" type="pres">
      <dgm:prSet presAssocID="{59124D78-1660-4E08-AD2F-07235C9D5960}" presName="FourNodes_1_text" presStyleLbl="node1" presStyleIdx="3" presStyleCnt="4">
        <dgm:presLayoutVars>
          <dgm:bulletEnabled val="1"/>
        </dgm:presLayoutVars>
      </dgm:prSet>
      <dgm:spPr/>
    </dgm:pt>
    <dgm:pt modelId="{EC886976-21C5-A74D-A56B-FAED16EB5D2A}" type="pres">
      <dgm:prSet presAssocID="{59124D78-1660-4E08-AD2F-07235C9D5960}" presName="FourNodes_2_text" presStyleLbl="node1" presStyleIdx="3" presStyleCnt="4">
        <dgm:presLayoutVars>
          <dgm:bulletEnabled val="1"/>
        </dgm:presLayoutVars>
      </dgm:prSet>
      <dgm:spPr/>
    </dgm:pt>
    <dgm:pt modelId="{3BE6314F-4C15-1541-8E1C-C8292EBED253}" type="pres">
      <dgm:prSet presAssocID="{59124D78-1660-4E08-AD2F-07235C9D5960}" presName="FourNodes_3_text" presStyleLbl="node1" presStyleIdx="3" presStyleCnt="4">
        <dgm:presLayoutVars>
          <dgm:bulletEnabled val="1"/>
        </dgm:presLayoutVars>
      </dgm:prSet>
      <dgm:spPr/>
    </dgm:pt>
    <dgm:pt modelId="{E38E9C79-2557-ED4B-9D63-559FB6363D67}" type="pres">
      <dgm:prSet presAssocID="{59124D78-1660-4E08-AD2F-07235C9D596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0E41E2A-7937-0548-A0C2-61240115EE18}" type="presOf" srcId="{76F7AE08-6ED9-4C87-A608-47E2B9113F06}" destId="{739EBDDA-071E-4B43-A4EB-6F6633835661}" srcOrd="0" destOrd="0" presId="urn:microsoft.com/office/officeart/2005/8/layout/vProcess5"/>
    <dgm:cxn modelId="{C1A7F72A-706C-7141-B6A8-038FB84A1497}" type="presOf" srcId="{59124D78-1660-4E08-AD2F-07235C9D5960}" destId="{80101F31-7D73-9F47-B1CA-8EC83EADDD54}" srcOrd="0" destOrd="0" presId="urn:microsoft.com/office/officeart/2005/8/layout/vProcess5"/>
    <dgm:cxn modelId="{820B1831-8D2C-4D4E-B5B3-0E6DDF789257}" type="presOf" srcId="{8CCD95A2-332D-4DDC-818B-A1D5220D7E36}" destId="{FC96E000-EB09-D64E-9CF3-D2FE805A8B79}" srcOrd="0" destOrd="0" presId="urn:microsoft.com/office/officeart/2005/8/layout/vProcess5"/>
    <dgm:cxn modelId="{AE4A1F44-4FE3-5D4F-9479-811EFA4EA6B7}" type="presOf" srcId="{2A8F2DF8-4097-4A98-893F-86F162C105DB}" destId="{3BE6314F-4C15-1541-8E1C-C8292EBED253}" srcOrd="1" destOrd="0" presId="urn:microsoft.com/office/officeart/2005/8/layout/vProcess5"/>
    <dgm:cxn modelId="{05968862-2D8A-C64D-B715-B476AAC79957}" type="presOf" srcId="{5670A649-9062-4ED0-B0CA-AFC197790914}" destId="{EC886976-21C5-A74D-A56B-FAED16EB5D2A}" srcOrd="1" destOrd="0" presId="urn:microsoft.com/office/officeart/2005/8/layout/vProcess5"/>
    <dgm:cxn modelId="{F7732066-3B0B-48EF-9A7D-73791FAEB29F}" srcId="{59124D78-1660-4E08-AD2F-07235C9D5960}" destId="{35041FD6-D7D2-4860-ADDA-DBAD97A1792D}" srcOrd="0" destOrd="0" parTransId="{682D1857-330F-4224-B88D-D169FECED85A}" sibTransId="{74EA2CA6-D774-46C3-AE22-79FFBFF093D3}"/>
    <dgm:cxn modelId="{1916AA77-46A2-46F8-A7DA-E4DBB06261F7}" srcId="{59124D78-1660-4E08-AD2F-07235C9D5960}" destId="{5670A649-9062-4ED0-B0CA-AFC197790914}" srcOrd="1" destOrd="0" parTransId="{6D1BD48C-37BD-4290-A277-F8215F77B9A0}" sibTransId="{8CCD95A2-332D-4DDC-818B-A1D5220D7E36}"/>
    <dgm:cxn modelId="{95950181-9FE8-ED40-B9B1-B7E355868004}" srcId="{59124D78-1660-4E08-AD2F-07235C9D5960}" destId="{A9DCC6FE-F61E-8C4A-AA1D-8047A0FE11C9}" srcOrd="3" destOrd="0" parTransId="{66D07350-8DD0-8C48-B133-0466190DD5AF}" sibTransId="{F8E89EF9-BF77-5E4B-BAB8-D233D6ED4BA0}"/>
    <dgm:cxn modelId="{190E5D8C-84FA-7E44-A3C8-459C460BEAA7}" type="presOf" srcId="{35041FD6-D7D2-4860-ADDA-DBAD97A1792D}" destId="{F3F3FCD3-822E-1544-BC2C-0F2878207BAF}" srcOrd="0" destOrd="0" presId="urn:microsoft.com/office/officeart/2005/8/layout/vProcess5"/>
    <dgm:cxn modelId="{5E8F5FCB-79AD-E949-8E24-53FE7033880F}" type="presOf" srcId="{A9DCC6FE-F61E-8C4A-AA1D-8047A0FE11C9}" destId="{E38E9C79-2557-ED4B-9D63-559FB6363D67}" srcOrd="1" destOrd="0" presId="urn:microsoft.com/office/officeart/2005/8/layout/vProcess5"/>
    <dgm:cxn modelId="{6E42BCD8-09E5-4B45-9038-BCC7AFA05270}" type="presOf" srcId="{74EA2CA6-D774-46C3-AE22-79FFBFF093D3}" destId="{3C80B35F-7085-3549-98F6-FEDBAE56E046}" srcOrd="0" destOrd="0" presId="urn:microsoft.com/office/officeart/2005/8/layout/vProcess5"/>
    <dgm:cxn modelId="{88299DDA-E825-4630-B45F-1B1456E238FB}" srcId="{59124D78-1660-4E08-AD2F-07235C9D5960}" destId="{2A8F2DF8-4097-4A98-893F-86F162C105DB}" srcOrd="2" destOrd="0" parTransId="{DE94C40A-75E7-4468-8ADB-365C31EEACF6}" sibTransId="{76F7AE08-6ED9-4C87-A608-47E2B9113F06}"/>
    <dgm:cxn modelId="{909848E0-83C5-404E-BC17-3F49EC22D763}" type="presOf" srcId="{2A8F2DF8-4097-4A98-893F-86F162C105DB}" destId="{8801C9CB-A39C-EB4E-BD68-7A8E48677255}" srcOrd="0" destOrd="0" presId="urn:microsoft.com/office/officeart/2005/8/layout/vProcess5"/>
    <dgm:cxn modelId="{C31D11EA-B8B6-204C-96F4-6C9E165CD0A8}" type="presOf" srcId="{5670A649-9062-4ED0-B0CA-AFC197790914}" destId="{5E96E4C1-B6C9-FF44-9D6A-124A554C1C7E}" srcOrd="0" destOrd="0" presId="urn:microsoft.com/office/officeart/2005/8/layout/vProcess5"/>
    <dgm:cxn modelId="{FE0B72F7-4056-7040-9732-FC78795900D2}" type="presOf" srcId="{A9DCC6FE-F61E-8C4A-AA1D-8047A0FE11C9}" destId="{AC90A623-EDBF-AC41-A16B-3DDE5E13FC92}" srcOrd="0" destOrd="0" presId="urn:microsoft.com/office/officeart/2005/8/layout/vProcess5"/>
    <dgm:cxn modelId="{E89866F8-D37D-B046-BC22-493308CDB07B}" type="presOf" srcId="{35041FD6-D7D2-4860-ADDA-DBAD97A1792D}" destId="{13F21D55-3FB4-CC4C-90F8-8B4163E2EEE8}" srcOrd="1" destOrd="0" presId="urn:microsoft.com/office/officeart/2005/8/layout/vProcess5"/>
    <dgm:cxn modelId="{9162134A-60A0-FB4F-BA6E-9AA952662B11}" type="presParOf" srcId="{80101F31-7D73-9F47-B1CA-8EC83EADDD54}" destId="{1646B988-115E-934C-AA65-24DAA868ABA6}" srcOrd="0" destOrd="0" presId="urn:microsoft.com/office/officeart/2005/8/layout/vProcess5"/>
    <dgm:cxn modelId="{B08FCD44-279E-A142-BD90-4EEFA5FF001F}" type="presParOf" srcId="{80101F31-7D73-9F47-B1CA-8EC83EADDD54}" destId="{F3F3FCD3-822E-1544-BC2C-0F2878207BAF}" srcOrd="1" destOrd="0" presId="urn:microsoft.com/office/officeart/2005/8/layout/vProcess5"/>
    <dgm:cxn modelId="{754E4DAE-8C70-A74E-8CF6-A3771BFD2C98}" type="presParOf" srcId="{80101F31-7D73-9F47-B1CA-8EC83EADDD54}" destId="{5E96E4C1-B6C9-FF44-9D6A-124A554C1C7E}" srcOrd="2" destOrd="0" presId="urn:microsoft.com/office/officeart/2005/8/layout/vProcess5"/>
    <dgm:cxn modelId="{258E2372-C04A-E849-8AE2-18E5765E264D}" type="presParOf" srcId="{80101F31-7D73-9F47-B1CA-8EC83EADDD54}" destId="{8801C9CB-A39C-EB4E-BD68-7A8E48677255}" srcOrd="3" destOrd="0" presId="urn:microsoft.com/office/officeart/2005/8/layout/vProcess5"/>
    <dgm:cxn modelId="{FF6EC0FD-6629-2147-9810-7221E4CD27AC}" type="presParOf" srcId="{80101F31-7D73-9F47-B1CA-8EC83EADDD54}" destId="{AC90A623-EDBF-AC41-A16B-3DDE5E13FC92}" srcOrd="4" destOrd="0" presId="urn:microsoft.com/office/officeart/2005/8/layout/vProcess5"/>
    <dgm:cxn modelId="{6BC394A5-5194-E341-9D63-612CD13D1951}" type="presParOf" srcId="{80101F31-7D73-9F47-B1CA-8EC83EADDD54}" destId="{3C80B35F-7085-3549-98F6-FEDBAE56E046}" srcOrd="5" destOrd="0" presId="urn:microsoft.com/office/officeart/2005/8/layout/vProcess5"/>
    <dgm:cxn modelId="{DF44DD32-007F-2E48-ABB1-21FAB4A28E54}" type="presParOf" srcId="{80101F31-7D73-9F47-B1CA-8EC83EADDD54}" destId="{FC96E000-EB09-D64E-9CF3-D2FE805A8B79}" srcOrd="6" destOrd="0" presId="urn:microsoft.com/office/officeart/2005/8/layout/vProcess5"/>
    <dgm:cxn modelId="{DC5D98F9-813F-FC4C-90CF-C5D83F35BF95}" type="presParOf" srcId="{80101F31-7D73-9F47-B1CA-8EC83EADDD54}" destId="{739EBDDA-071E-4B43-A4EB-6F6633835661}" srcOrd="7" destOrd="0" presId="urn:microsoft.com/office/officeart/2005/8/layout/vProcess5"/>
    <dgm:cxn modelId="{67F21417-FD8E-C943-B181-41C456152881}" type="presParOf" srcId="{80101F31-7D73-9F47-B1CA-8EC83EADDD54}" destId="{13F21D55-3FB4-CC4C-90F8-8B4163E2EEE8}" srcOrd="8" destOrd="0" presId="urn:microsoft.com/office/officeart/2005/8/layout/vProcess5"/>
    <dgm:cxn modelId="{89406FBD-3367-6D4F-ABBB-2B4048B46947}" type="presParOf" srcId="{80101F31-7D73-9F47-B1CA-8EC83EADDD54}" destId="{EC886976-21C5-A74D-A56B-FAED16EB5D2A}" srcOrd="9" destOrd="0" presId="urn:microsoft.com/office/officeart/2005/8/layout/vProcess5"/>
    <dgm:cxn modelId="{ECC5EE3A-6B7F-1449-838D-FF7B1A08C980}" type="presParOf" srcId="{80101F31-7D73-9F47-B1CA-8EC83EADDD54}" destId="{3BE6314F-4C15-1541-8E1C-C8292EBED253}" srcOrd="10" destOrd="0" presId="urn:microsoft.com/office/officeart/2005/8/layout/vProcess5"/>
    <dgm:cxn modelId="{94DEDF09-01F5-5940-8154-93DF0A3513C4}" type="presParOf" srcId="{80101F31-7D73-9F47-B1CA-8EC83EADDD54}" destId="{E38E9C79-2557-ED4B-9D63-559FB6363D6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B62FE81-84CB-48D8-9B3F-6D9C7DE03C5A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28B320B-183D-44B8-8B0E-DF2C50793810}">
      <dgm:prSet/>
      <dgm:spPr/>
      <dgm:t>
        <a:bodyPr/>
        <a:lstStyle/>
        <a:p>
          <a:r>
            <a:rPr lang="en-US"/>
            <a:t>Consumes messages from RabbitMQ</a:t>
          </a:r>
        </a:p>
      </dgm:t>
    </dgm:pt>
    <dgm:pt modelId="{673FC685-5996-4C4A-AD6A-A425CDA2C6BF}" type="parTrans" cxnId="{A855A28A-6A41-4DBF-9B7C-22C40D6EAF0D}">
      <dgm:prSet/>
      <dgm:spPr/>
      <dgm:t>
        <a:bodyPr/>
        <a:lstStyle/>
        <a:p>
          <a:endParaRPr lang="en-US"/>
        </a:p>
      </dgm:t>
    </dgm:pt>
    <dgm:pt modelId="{6BD34644-132F-4382-AEA6-39EB8D063783}" type="sibTrans" cxnId="{A855A28A-6A41-4DBF-9B7C-22C40D6EAF0D}">
      <dgm:prSet/>
      <dgm:spPr/>
      <dgm:t>
        <a:bodyPr/>
        <a:lstStyle/>
        <a:p>
          <a:endParaRPr lang="en-US"/>
        </a:p>
      </dgm:t>
    </dgm:pt>
    <dgm:pt modelId="{7421DF61-B748-4AD4-ABF9-8D507213BEC2}">
      <dgm:prSet/>
      <dgm:spPr/>
      <dgm:t>
        <a:bodyPr/>
        <a:lstStyle/>
        <a:p>
          <a:r>
            <a:rPr lang="en-US"/>
            <a:t>Evaluates automation rules</a:t>
          </a:r>
        </a:p>
      </dgm:t>
    </dgm:pt>
    <dgm:pt modelId="{97D7308D-ABF2-470E-8F9A-F8BAE4E24C24}" type="parTrans" cxnId="{18729449-19AF-4699-A2F1-DEB6E87D9A69}">
      <dgm:prSet/>
      <dgm:spPr/>
      <dgm:t>
        <a:bodyPr/>
        <a:lstStyle/>
        <a:p>
          <a:endParaRPr lang="en-US"/>
        </a:p>
      </dgm:t>
    </dgm:pt>
    <dgm:pt modelId="{0BA0AB1D-AF87-4612-8479-1FBF18AE4342}" type="sibTrans" cxnId="{18729449-19AF-4699-A2F1-DEB6E87D9A69}">
      <dgm:prSet/>
      <dgm:spPr/>
      <dgm:t>
        <a:bodyPr/>
        <a:lstStyle/>
        <a:p>
          <a:endParaRPr lang="en-US"/>
        </a:p>
      </dgm:t>
    </dgm:pt>
    <dgm:pt modelId="{B046A9A0-0A18-4517-BF69-C4C2335C3ECA}">
      <dgm:prSet/>
      <dgm:spPr/>
      <dgm:t>
        <a:bodyPr/>
        <a:lstStyle/>
        <a:p>
          <a:r>
            <a:rPr lang="en-US"/>
            <a:t>Triggers actions when conditions are met</a:t>
          </a:r>
        </a:p>
      </dgm:t>
    </dgm:pt>
    <dgm:pt modelId="{AC50A922-B00D-47A0-B978-BE014C6845F9}" type="parTrans" cxnId="{CA5D0D25-DF62-443D-B119-3F45EA46FEE3}">
      <dgm:prSet/>
      <dgm:spPr/>
      <dgm:t>
        <a:bodyPr/>
        <a:lstStyle/>
        <a:p>
          <a:endParaRPr lang="en-US"/>
        </a:p>
      </dgm:t>
    </dgm:pt>
    <dgm:pt modelId="{F17BA51B-2861-488D-8660-B783356FE70A}" type="sibTrans" cxnId="{CA5D0D25-DF62-443D-B119-3F45EA46FEE3}">
      <dgm:prSet/>
      <dgm:spPr/>
      <dgm:t>
        <a:bodyPr/>
        <a:lstStyle/>
        <a:p>
          <a:endParaRPr lang="en-US"/>
        </a:p>
      </dgm:t>
    </dgm:pt>
    <dgm:pt modelId="{10805485-63F3-4DA2-81BD-3A13B4DC56C5}">
      <dgm:prSet/>
      <dgm:spPr/>
      <dgm:t>
        <a:bodyPr/>
        <a:lstStyle/>
        <a:p>
          <a:r>
            <a:rPr lang="en-US"/>
            <a:t>Stores rules in SQLite database</a:t>
          </a:r>
        </a:p>
      </dgm:t>
    </dgm:pt>
    <dgm:pt modelId="{1C5B87F3-3D37-4A9B-994C-251C1C7B2068}" type="parTrans" cxnId="{911ED733-186D-4A4B-AA59-3898146E6A42}">
      <dgm:prSet/>
      <dgm:spPr/>
      <dgm:t>
        <a:bodyPr/>
        <a:lstStyle/>
        <a:p>
          <a:endParaRPr lang="en-US"/>
        </a:p>
      </dgm:t>
    </dgm:pt>
    <dgm:pt modelId="{670D0865-B8E9-4777-A02B-35ADF7C52331}" type="sibTrans" cxnId="{911ED733-186D-4A4B-AA59-3898146E6A42}">
      <dgm:prSet/>
      <dgm:spPr/>
      <dgm:t>
        <a:bodyPr/>
        <a:lstStyle/>
        <a:p>
          <a:endParaRPr lang="en-US"/>
        </a:p>
      </dgm:t>
    </dgm:pt>
    <dgm:pt modelId="{885E59E8-9630-7440-AABB-17D9D47828B6}" type="pres">
      <dgm:prSet presAssocID="{8B62FE81-84CB-48D8-9B3F-6D9C7DE03C5A}" presName="outerComposite" presStyleCnt="0">
        <dgm:presLayoutVars>
          <dgm:chMax val="5"/>
          <dgm:dir/>
          <dgm:resizeHandles val="exact"/>
        </dgm:presLayoutVars>
      </dgm:prSet>
      <dgm:spPr/>
    </dgm:pt>
    <dgm:pt modelId="{E0DF7B07-B49E-C348-AE88-B4DFEAE7EC41}" type="pres">
      <dgm:prSet presAssocID="{8B62FE81-84CB-48D8-9B3F-6D9C7DE03C5A}" presName="dummyMaxCanvas" presStyleCnt="0">
        <dgm:presLayoutVars/>
      </dgm:prSet>
      <dgm:spPr/>
    </dgm:pt>
    <dgm:pt modelId="{3CCE79EB-2F8D-1042-809F-35AF13AF2484}" type="pres">
      <dgm:prSet presAssocID="{8B62FE81-84CB-48D8-9B3F-6D9C7DE03C5A}" presName="FourNodes_1" presStyleLbl="node1" presStyleIdx="0" presStyleCnt="4">
        <dgm:presLayoutVars>
          <dgm:bulletEnabled val="1"/>
        </dgm:presLayoutVars>
      </dgm:prSet>
      <dgm:spPr/>
    </dgm:pt>
    <dgm:pt modelId="{0717D79D-99F9-DA48-8011-376BB0C9BC2D}" type="pres">
      <dgm:prSet presAssocID="{8B62FE81-84CB-48D8-9B3F-6D9C7DE03C5A}" presName="FourNodes_2" presStyleLbl="node1" presStyleIdx="1" presStyleCnt="4">
        <dgm:presLayoutVars>
          <dgm:bulletEnabled val="1"/>
        </dgm:presLayoutVars>
      </dgm:prSet>
      <dgm:spPr/>
    </dgm:pt>
    <dgm:pt modelId="{2C82DA37-0F32-7A41-A236-68687D3524E1}" type="pres">
      <dgm:prSet presAssocID="{8B62FE81-84CB-48D8-9B3F-6D9C7DE03C5A}" presName="FourNodes_3" presStyleLbl="node1" presStyleIdx="2" presStyleCnt="4">
        <dgm:presLayoutVars>
          <dgm:bulletEnabled val="1"/>
        </dgm:presLayoutVars>
      </dgm:prSet>
      <dgm:spPr/>
    </dgm:pt>
    <dgm:pt modelId="{90D6F5C7-B07A-C945-96E6-3B690E978FA3}" type="pres">
      <dgm:prSet presAssocID="{8B62FE81-84CB-48D8-9B3F-6D9C7DE03C5A}" presName="FourNodes_4" presStyleLbl="node1" presStyleIdx="3" presStyleCnt="4">
        <dgm:presLayoutVars>
          <dgm:bulletEnabled val="1"/>
        </dgm:presLayoutVars>
      </dgm:prSet>
      <dgm:spPr/>
    </dgm:pt>
    <dgm:pt modelId="{316DA107-A45F-6140-8FC8-9F0945139D53}" type="pres">
      <dgm:prSet presAssocID="{8B62FE81-84CB-48D8-9B3F-6D9C7DE03C5A}" presName="FourConn_1-2" presStyleLbl="fgAccFollowNode1" presStyleIdx="0" presStyleCnt="3">
        <dgm:presLayoutVars>
          <dgm:bulletEnabled val="1"/>
        </dgm:presLayoutVars>
      </dgm:prSet>
      <dgm:spPr/>
    </dgm:pt>
    <dgm:pt modelId="{31996B96-2DF2-2A44-8D89-7025D159FACC}" type="pres">
      <dgm:prSet presAssocID="{8B62FE81-84CB-48D8-9B3F-6D9C7DE03C5A}" presName="FourConn_2-3" presStyleLbl="fgAccFollowNode1" presStyleIdx="1" presStyleCnt="3">
        <dgm:presLayoutVars>
          <dgm:bulletEnabled val="1"/>
        </dgm:presLayoutVars>
      </dgm:prSet>
      <dgm:spPr/>
    </dgm:pt>
    <dgm:pt modelId="{308679A4-F0C8-1841-A90D-815E8B472B64}" type="pres">
      <dgm:prSet presAssocID="{8B62FE81-84CB-48D8-9B3F-6D9C7DE03C5A}" presName="FourConn_3-4" presStyleLbl="fgAccFollowNode1" presStyleIdx="2" presStyleCnt="3">
        <dgm:presLayoutVars>
          <dgm:bulletEnabled val="1"/>
        </dgm:presLayoutVars>
      </dgm:prSet>
      <dgm:spPr/>
    </dgm:pt>
    <dgm:pt modelId="{58290978-E812-9C45-9076-6D7EF687D3F0}" type="pres">
      <dgm:prSet presAssocID="{8B62FE81-84CB-48D8-9B3F-6D9C7DE03C5A}" presName="FourNodes_1_text" presStyleLbl="node1" presStyleIdx="3" presStyleCnt="4">
        <dgm:presLayoutVars>
          <dgm:bulletEnabled val="1"/>
        </dgm:presLayoutVars>
      </dgm:prSet>
      <dgm:spPr/>
    </dgm:pt>
    <dgm:pt modelId="{407732DE-1234-674F-8290-ED272056F759}" type="pres">
      <dgm:prSet presAssocID="{8B62FE81-84CB-48D8-9B3F-6D9C7DE03C5A}" presName="FourNodes_2_text" presStyleLbl="node1" presStyleIdx="3" presStyleCnt="4">
        <dgm:presLayoutVars>
          <dgm:bulletEnabled val="1"/>
        </dgm:presLayoutVars>
      </dgm:prSet>
      <dgm:spPr/>
    </dgm:pt>
    <dgm:pt modelId="{3D5B9A52-A5B1-D44B-8879-EF89412E8CD4}" type="pres">
      <dgm:prSet presAssocID="{8B62FE81-84CB-48D8-9B3F-6D9C7DE03C5A}" presName="FourNodes_3_text" presStyleLbl="node1" presStyleIdx="3" presStyleCnt="4">
        <dgm:presLayoutVars>
          <dgm:bulletEnabled val="1"/>
        </dgm:presLayoutVars>
      </dgm:prSet>
      <dgm:spPr/>
    </dgm:pt>
    <dgm:pt modelId="{EF6B2BB9-4FCC-2B4F-B993-BF227120F60E}" type="pres">
      <dgm:prSet presAssocID="{8B62FE81-84CB-48D8-9B3F-6D9C7DE03C5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B643C1C-CCB0-B54C-B87E-8063C10990A5}" type="presOf" srcId="{8B62FE81-84CB-48D8-9B3F-6D9C7DE03C5A}" destId="{885E59E8-9630-7440-AABB-17D9D47828B6}" srcOrd="0" destOrd="0" presId="urn:microsoft.com/office/officeart/2005/8/layout/vProcess5"/>
    <dgm:cxn modelId="{CA5D0D25-DF62-443D-B119-3F45EA46FEE3}" srcId="{8B62FE81-84CB-48D8-9B3F-6D9C7DE03C5A}" destId="{B046A9A0-0A18-4517-BF69-C4C2335C3ECA}" srcOrd="2" destOrd="0" parTransId="{AC50A922-B00D-47A0-B978-BE014C6845F9}" sibTransId="{F17BA51B-2861-488D-8660-B783356FE70A}"/>
    <dgm:cxn modelId="{911ED733-186D-4A4B-AA59-3898146E6A42}" srcId="{8B62FE81-84CB-48D8-9B3F-6D9C7DE03C5A}" destId="{10805485-63F3-4DA2-81BD-3A13B4DC56C5}" srcOrd="3" destOrd="0" parTransId="{1C5B87F3-3D37-4A9B-994C-251C1C7B2068}" sibTransId="{670D0865-B8E9-4777-A02B-35ADF7C52331}"/>
    <dgm:cxn modelId="{18729449-19AF-4699-A2F1-DEB6E87D9A69}" srcId="{8B62FE81-84CB-48D8-9B3F-6D9C7DE03C5A}" destId="{7421DF61-B748-4AD4-ABF9-8D507213BEC2}" srcOrd="1" destOrd="0" parTransId="{97D7308D-ABF2-470E-8F9A-F8BAE4E24C24}" sibTransId="{0BA0AB1D-AF87-4612-8479-1FBF18AE4342}"/>
    <dgm:cxn modelId="{53320E5B-0FDF-FF4A-B4FC-543639E2A37E}" type="presOf" srcId="{0BA0AB1D-AF87-4612-8479-1FBF18AE4342}" destId="{31996B96-2DF2-2A44-8D89-7025D159FACC}" srcOrd="0" destOrd="0" presId="urn:microsoft.com/office/officeart/2005/8/layout/vProcess5"/>
    <dgm:cxn modelId="{DFF2C37A-68B5-BB4C-A585-46627823002F}" type="presOf" srcId="{B046A9A0-0A18-4517-BF69-C4C2335C3ECA}" destId="{3D5B9A52-A5B1-D44B-8879-EF89412E8CD4}" srcOrd="1" destOrd="0" presId="urn:microsoft.com/office/officeart/2005/8/layout/vProcess5"/>
    <dgm:cxn modelId="{3E60317D-3341-204D-BB01-8EFBAEC816AF}" type="presOf" srcId="{7421DF61-B748-4AD4-ABF9-8D507213BEC2}" destId="{407732DE-1234-674F-8290-ED272056F759}" srcOrd="1" destOrd="0" presId="urn:microsoft.com/office/officeart/2005/8/layout/vProcess5"/>
    <dgm:cxn modelId="{E0A67680-4219-4B4F-903A-00DE5BEDFF67}" type="presOf" srcId="{7421DF61-B748-4AD4-ABF9-8D507213BEC2}" destId="{0717D79D-99F9-DA48-8011-376BB0C9BC2D}" srcOrd="0" destOrd="0" presId="urn:microsoft.com/office/officeart/2005/8/layout/vProcess5"/>
    <dgm:cxn modelId="{A855A28A-6A41-4DBF-9B7C-22C40D6EAF0D}" srcId="{8B62FE81-84CB-48D8-9B3F-6D9C7DE03C5A}" destId="{628B320B-183D-44B8-8B0E-DF2C50793810}" srcOrd="0" destOrd="0" parTransId="{673FC685-5996-4C4A-AD6A-A425CDA2C6BF}" sibTransId="{6BD34644-132F-4382-AEA6-39EB8D063783}"/>
    <dgm:cxn modelId="{49BDA99D-3553-B846-8428-0EFEA8A69A29}" type="presOf" srcId="{F17BA51B-2861-488D-8660-B783356FE70A}" destId="{308679A4-F0C8-1841-A90D-815E8B472B64}" srcOrd="0" destOrd="0" presId="urn:microsoft.com/office/officeart/2005/8/layout/vProcess5"/>
    <dgm:cxn modelId="{F7E363A7-6F35-1D4A-B6F3-24374C3F7F6C}" type="presOf" srcId="{628B320B-183D-44B8-8B0E-DF2C50793810}" destId="{3CCE79EB-2F8D-1042-809F-35AF13AF2484}" srcOrd="0" destOrd="0" presId="urn:microsoft.com/office/officeart/2005/8/layout/vProcess5"/>
    <dgm:cxn modelId="{60AEB0A9-2B88-C34B-8C63-E3F6C91634E2}" type="presOf" srcId="{B046A9A0-0A18-4517-BF69-C4C2335C3ECA}" destId="{2C82DA37-0F32-7A41-A236-68687D3524E1}" srcOrd="0" destOrd="0" presId="urn:microsoft.com/office/officeart/2005/8/layout/vProcess5"/>
    <dgm:cxn modelId="{7D342BCA-DE9C-0940-9308-C050EB826075}" type="presOf" srcId="{6BD34644-132F-4382-AEA6-39EB8D063783}" destId="{316DA107-A45F-6140-8FC8-9F0945139D53}" srcOrd="0" destOrd="0" presId="urn:microsoft.com/office/officeart/2005/8/layout/vProcess5"/>
    <dgm:cxn modelId="{D08B23D5-1F40-6D4A-AAC4-2B0920C94291}" type="presOf" srcId="{628B320B-183D-44B8-8B0E-DF2C50793810}" destId="{58290978-E812-9C45-9076-6D7EF687D3F0}" srcOrd="1" destOrd="0" presId="urn:microsoft.com/office/officeart/2005/8/layout/vProcess5"/>
    <dgm:cxn modelId="{C741F5E4-831A-9743-9BAA-C4D9E6F0CFBB}" type="presOf" srcId="{10805485-63F3-4DA2-81BD-3A13B4DC56C5}" destId="{EF6B2BB9-4FCC-2B4F-B993-BF227120F60E}" srcOrd="1" destOrd="0" presId="urn:microsoft.com/office/officeart/2005/8/layout/vProcess5"/>
    <dgm:cxn modelId="{494E7BE7-34AC-024D-B702-939EBD05EE5E}" type="presOf" srcId="{10805485-63F3-4DA2-81BD-3A13B4DC56C5}" destId="{90D6F5C7-B07A-C945-96E6-3B690E978FA3}" srcOrd="0" destOrd="0" presId="urn:microsoft.com/office/officeart/2005/8/layout/vProcess5"/>
    <dgm:cxn modelId="{DED525E8-68DC-4445-AF56-16DECECCDBCD}" type="presParOf" srcId="{885E59E8-9630-7440-AABB-17D9D47828B6}" destId="{E0DF7B07-B49E-C348-AE88-B4DFEAE7EC41}" srcOrd="0" destOrd="0" presId="urn:microsoft.com/office/officeart/2005/8/layout/vProcess5"/>
    <dgm:cxn modelId="{BE2B7ED5-A418-F944-B729-F8D2F964255D}" type="presParOf" srcId="{885E59E8-9630-7440-AABB-17D9D47828B6}" destId="{3CCE79EB-2F8D-1042-809F-35AF13AF2484}" srcOrd="1" destOrd="0" presId="urn:microsoft.com/office/officeart/2005/8/layout/vProcess5"/>
    <dgm:cxn modelId="{84BB1B45-89EB-C24E-8DA9-EFF205DA2E76}" type="presParOf" srcId="{885E59E8-9630-7440-AABB-17D9D47828B6}" destId="{0717D79D-99F9-DA48-8011-376BB0C9BC2D}" srcOrd="2" destOrd="0" presId="urn:microsoft.com/office/officeart/2005/8/layout/vProcess5"/>
    <dgm:cxn modelId="{C2D3149B-2B63-D840-8DE3-E1E8CECE87BA}" type="presParOf" srcId="{885E59E8-9630-7440-AABB-17D9D47828B6}" destId="{2C82DA37-0F32-7A41-A236-68687D3524E1}" srcOrd="3" destOrd="0" presId="urn:microsoft.com/office/officeart/2005/8/layout/vProcess5"/>
    <dgm:cxn modelId="{C1D21455-AD17-2D46-8C3A-27427EC01267}" type="presParOf" srcId="{885E59E8-9630-7440-AABB-17D9D47828B6}" destId="{90D6F5C7-B07A-C945-96E6-3B690E978FA3}" srcOrd="4" destOrd="0" presId="urn:microsoft.com/office/officeart/2005/8/layout/vProcess5"/>
    <dgm:cxn modelId="{1FB946CD-B7FC-EB41-B72B-EA004E3DB65D}" type="presParOf" srcId="{885E59E8-9630-7440-AABB-17D9D47828B6}" destId="{316DA107-A45F-6140-8FC8-9F0945139D53}" srcOrd="5" destOrd="0" presId="urn:microsoft.com/office/officeart/2005/8/layout/vProcess5"/>
    <dgm:cxn modelId="{5C901B48-BC43-E84D-AF92-5AE9AB661824}" type="presParOf" srcId="{885E59E8-9630-7440-AABB-17D9D47828B6}" destId="{31996B96-2DF2-2A44-8D89-7025D159FACC}" srcOrd="6" destOrd="0" presId="urn:microsoft.com/office/officeart/2005/8/layout/vProcess5"/>
    <dgm:cxn modelId="{D07FC9E1-FC79-8649-A35E-0949DE77D0E0}" type="presParOf" srcId="{885E59E8-9630-7440-AABB-17D9D47828B6}" destId="{308679A4-F0C8-1841-A90D-815E8B472B64}" srcOrd="7" destOrd="0" presId="urn:microsoft.com/office/officeart/2005/8/layout/vProcess5"/>
    <dgm:cxn modelId="{B3A4FC80-B0D5-1D43-8610-CF9E24E28CC7}" type="presParOf" srcId="{885E59E8-9630-7440-AABB-17D9D47828B6}" destId="{58290978-E812-9C45-9076-6D7EF687D3F0}" srcOrd="8" destOrd="0" presId="urn:microsoft.com/office/officeart/2005/8/layout/vProcess5"/>
    <dgm:cxn modelId="{05D4BB35-BBC5-3D4E-9739-BBBB495EBDAA}" type="presParOf" srcId="{885E59E8-9630-7440-AABB-17D9D47828B6}" destId="{407732DE-1234-674F-8290-ED272056F759}" srcOrd="9" destOrd="0" presId="urn:microsoft.com/office/officeart/2005/8/layout/vProcess5"/>
    <dgm:cxn modelId="{DECDC0DF-5912-DF44-91E2-8C0C73955334}" type="presParOf" srcId="{885E59E8-9630-7440-AABB-17D9D47828B6}" destId="{3D5B9A52-A5B1-D44B-8879-EF89412E8CD4}" srcOrd="10" destOrd="0" presId="urn:microsoft.com/office/officeart/2005/8/layout/vProcess5"/>
    <dgm:cxn modelId="{32DB298F-E5D5-7243-A95D-51E92420FDE5}" type="presParOf" srcId="{885E59E8-9630-7440-AABB-17D9D47828B6}" destId="{EF6B2BB9-4FCC-2B4F-B993-BF227120F60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190072F-C605-4D14-8FFC-FEAC9337CB8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EC8179-5987-469F-BED7-883D422C139A}">
      <dgm:prSet/>
      <dgm:spPr/>
      <dgm:t>
        <a:bodyPr/>
        <a:lstStyle/>
        <a:p>
          <a:r>
            <a:rPr lang="en-US"/>
            <a:t>Backend-for-frontend service</a:t>
          </a:r>
        </a:p>
      </dgm:t>
    </dgm:pt>
    <dgm:pt modelId="{08EB4D85-72FA-4A3D-AC81-325C3E4BD5BE}" type="parTrans" cxnId="{EA5ECAD7-FBB5-4712-B56C-D839DDF30F19}">
      <dgm:prSet/>
      <dgm:spPr/>
      <dgm:t>
        <a:bodyPr/>
        <a:lstStyle/>
        <a:p>
          <a:endParaRPr lang="en-US"/>
        </a:p>
      </dgm:t>
    </dgm:pt>
    <dgm:pt modelId="{91E103DE-CA5C-4AE1-B762-0EB12AD2D7B2}" type="sibTrans" cxnId="{EA5ECAD7-FBB5-4712-B56C-D839DDF30F19}">
      <dgm:prSet/>
      <dgm:spPr/>
      <dgm:t>
        <a:bodyPr/>
        <a:lstStyle/>
        <a:p>
          <a:endParaRPr lang="en-US"/>
        </a:p>
      </dgm:t>
    </dgm:pt>
    <dgm:pt modelId="{3E033B65-7AED-496B-9D7F-059005E84CCB}">
      <dgm:prSet/>
      <dgm:spPr/>
      <dgm:t>
        <a:bodyPr/>
        <a:lstStyle/>
        <a:p>
          <a:r>
            <a:rPr lang="en-US"/>
            <a:t>Provides REST endpoints</a:t>
          </a:r>
        </a:p>
      </dgm:t>
    </dgm:pt>
    <dgm:pt modelId="{160FB631-2093-47C6-8852-1C4B95501AE0}" type="parTrans" cxnId="{FBD32359-824A-49D5-BBBF-4522C62C8F21}">
      <dgm:prSet/>
      <dgm:spPr/>
      <dgm:t>
        <a:bodyPr/>
        <a:lstStyle/>
        <a:p>
          <a:endParaRPr lang="en-US"/>
        </a:p>
      </dgm:t>
    </dgm:pt>
    <dgm:pt modelId="{883F7B94-E61D-4365-A704-000378C7687D}" type="sibTrans" cxnId="{FBD32359-824A-49D5-BBBF-4522C62C8F21}">
      <dgm:prSet/>
      <dgm:spPr/>
      <dgm:t>
        <a:bodyPr/>
        <a:lstStyle/>
        <a:p>
          <a:endParaRPr lang="en-US"/>
        </a:p>
      </dgm:t>
    </dgm:pt>
    <dgm:pt modelId="{1664E43F-4463-451E-AE0F-D4F3EF5CE9C4}">
      <dgm:prSet/>
      <dgm:spPr/>
      <dgm:t>
        <a:bodyPr/>
        <a:lstStyle/>
        <a:p>
          <a:r>
            <a:rPr lang="en-US"/>
            <a:t>Handles WebSocket updates</a:t>
          </a:r>
        </a:p>
      </dgm:t>
    </dgm:pt>
    <dgm:pt modelId="{10F12E02-F132-4C8A-A4F9-1E71F7128048}" type="parTrans" cxnId="{8459C81B-E3A6-4A98-BEEA-E14E86DCE8C6}">
      <dgm:prSet/>
      <dgm:spPr/>
      <dgm:t>
        <a:bodyPr/>
        <a:lstStyle/>
        <a:p>
          <a:endParaRPr lang="en-US"/>
        </a:p>
      </dgm:t>
    </dgm:pt>
    <dgm:pt modelId="{EF0AB596-8168-41AF-A1DD-513FC51C6B49}" type="sibTrans" cxnId="{8459C81B-E3A6-4A98-BEEA-E14E86DCE8C6}">
      <dgm:prSet/>
      <dgm:spPr/>
      <dgm:t>
        <a:bodyPr/>
        <a:lstStyle/>
        <a:p>
          <a:endParaRPr lang="en-US"/>
        </a:p>
      </dgm:t>
    </dgm:pt>
    <dgm:pt modelId="{1445F0D2-0B67-4A25-BD87-1752B2CCD29B}">
      <dgm:prSet/>
      <dgm:spPr/>
      <dgm:t>
        <a:bodyPr/>
        <a:lstStyle/>
        <a:p>
          <a:r>
            <a:rPr lang="en-US"/>
            <a:t>Delivers data to frontend dashboard</a:t>
          </a:r>
        </a:p>
      </dgm:t>
    </dgm:pt>
    <dgm:pt modelId="{9C6CFF51-222C-4B81-8D27-A7D11AF56500}" type="parTrans" cxnId="{9CF55C1D-8C4A-44E1-A873-8600F0C98833}">
      <dgm:prSet/>
      <dgm:spPr/>
      <dgm:t>
        <a:bodyPr/>
        <a:lstStyle/>
        <a:p>
          <a:endParaRPr lang="en-US"/>
        </a:p>
      </dgm:t>
    </dgm:pt>
    <dgm:pt modelId="{CA3C709B-E875-478F-8D0A-40FEBF2E4F4F}" type="sibTrans" cxnId="{9CF55C1D-8C4A-44E1-A873-8600F0C98833}">
      <dgm:prSet/>
      <dgm:spPr/>
      <dgm:t>
        <a:bodyPr/>
        <a:lstStyle/>
        <a:p>
          <a:endParaRPr lang="en-US"/>
        </a:p>
      </dgm:t>
    </dgm:pt>
    <dgm:pt modelId="{CA7EF8CB-6938-274A-ADC3-59CC33382028}" type="pres">
      <dgm:prSet presAssocID="{2190072F-C605-4D14-8FFC-FEAC9337CB89}" presName="outerComposite" presStyleCnt="0">
        <dgm:presLayoutVars>
          <dgm:chMax val="5"/>
          <dgm:dir/>
          <dgm:resizeHandles val="exact"/>
        </dgm:presLayoutVars>
      </dgm:prSet>
      <dgm:spPr/>
    </dgm:pt>
    <dgm:pt modelId="{42C4ECA2-C674-0F48-9F1E-4804EC344B5E}" type="pres">
      <dgm:prSet presAssocID="{2190072F-C605-4D14-8FFC-FEAC9337CB89}" presName="dummyMaxCanvas" presStyleCnt="0">
        <dgm:presLayoutVars/>
      </dgm:prSet>
      <dgm:spPr/>
    </dgm:pt>
    <dgm:pt modelId="{0A769F4E-8A3C-8E47-A5AE-AC0AEE589420}" type="pres">
      <dgm:prSet presAssocID="{2190072F-C605-4D14-8FFC-FEAC9337CB89}" presName="FourNodes_1" presStyleLbl="node1" presStyleIdx="0" presStyleCnt="4">
        <dgm:presLayoutVars>
          <dgm:bulletEnabled val="1"/>
        </dgm:presLayoutVars>
      </dgm:prSet>
      <dgm:spPr/>
    </dgm:pt>
    <dgm:pt modelId="{E9A3E01B-B613-F948-A9B1-A0A715AE57D5}" type="pres">
      <dgm:prSet presAssocID="{2190072F-C605-4D14-8FFC-FEAC9337CB89}" presName="FourNodes_2" presStyleLbl="node1" presStyleIdx="1" presStyleCnt="4">
        <dgm:presLayoutVars>
          <dgm:bulletEnabled val="1"/>
        </dgm:presLayoutVars>
      </dgm:prSet>
      <dgm:spPr/>
    </dgm:pt>
    <dgm:pt modelId="{5E32D564-105A-044F-B386-08B3814A9FA1}" type="pres">
      <dgm:prSet presAssocID="{2190072F-C605-4D14-8FFC-FEAC9337CB89}" presName="FourNodes_3" presStyleLbl="node1" presStyleIdx="2" presStyleCnt="4">
        <dgm:presLayoutVars>
          <dgm:bulletEnabled val="1"/>
        </dgm:presLayoutVars>
      </dgm:prSet>
      <dgm:spPr/>
    </dgm:pt>
    <dgm:pt modelId="{D9DBFA00-CA0F-4144-8DA3-85AC589D845D}" type="pres">
      <dgm:prSet presAssocID="{2190072F-C605-4D14-8FFC-FEAC9337CB89}" presName="FourNodes_4" presStyleLbl="node1" presStyleIdx="3" presStyleCnt="4">
        <dgm:presLayoutVars>
          <dgm:bulletEnabled val="1"/>
        </dgm:presLayoutVars>
      </dgm:prSet>
      <dgm:spPr/>
    </dgm:pt>
    <dgm:pt modelId="{94AE9A35-844D-9247-8B62-8A6BFE2DEE55}" type="pres">
      <dgm:prSet presAssocID="{2190072F-C605-4D14-8FFC-FEAC9337CB89}" presName="FourConn_1-2" presStyleLbl="fgAccFollowNode1" presStyleIdx="0" presStyleCnt="3">
        <dgm:presLayoutVars>
          <dgm:bulletEnabled val="1"/>
        </dgm:presLayoutVars>
      </dgm:prSet>
      <dgm:spPr/>
    </dgm:pt>
    <dgm:pt modelId="{E196766D-06F9-4542-8A3A-223554D3850A}" type="pres">
      <dgm:prSet presAssocID="{2190072F-C605-4D14-8FFC-FEAC9337CB89}" presName="FourConn_2-3" presStyleLbl="fgAccFollowNode1" presStyleIdx="1" presStyleCnt="3">
        <dgm:presLayoutVars>
          <dgm:bulletEnabled val="1"/>
        </dgm:presLayoutVars>
      </dgm:prSet>
      <dgm:spPr/>
    </dgm:pt>
    <dgm:pt modelId="{422F7089-E145-6A47-A03A-368396DDA69B}" type="pres">
      <dgm:prSet presAssocID="{2190072F-C605-4D14-8FFC-FEAC9337CB89}" presName="FourConn_3-4" presStyleLbl="fgAccFollowNode1" presStyleIdx="2" presStyleCnt="3">
        <dgm:presLayoutVars>
          <dgm:bulletEnabled val="1"/>
        </dgm:presLayoutVars>
      </dgm:prSet>
      <dgm:spPr/>
    </dgm:pt>
    <dgm:pt modelId="{F261AD9C-5722-CF49-8E06-438D3838B187}" type="pres">
      <dgm:prSet presAssocID="{2190072F-C605-4D14-8FFC-FEAC9337CB89}" presName="FourNodes_1_text" presStyleLbl="node1" presStyleIdx="3" presStyleCnt="4">
        <dgm:presLayoutVars>
          <dgm:bulletEnabled val="1"/>
        </dgm:presLayoutVars>
      </dgm:prSet>
      <dgm:spPr/>
    </dgm:pt>
    <dgm:pt modelId="{9AE2E562-CF51-E343-B709-DEC53C1C36BA}" type="pres">
      <dgm:prSet presAssocID="{2190072F-C605-4D14-8FFC-FEAC9337CB89}" presName="FourNodes_2_text" presStyleLbl="node1" presStyleIdx="3" presStyleCnt="4">
        <dgm:presLayoutVars>
          <dgm:bulletEnabled val="1"/>
        </dgm:presLayoutVars>
      </dgm:prSet>
      <dgm:spPr/>
    </dgm:pt>
    <dgm:pt modelId="{C296CED6-8684-7B4C-A6F8-8C463862AB79}" type="pres">
      <dgm:prSet presAssocID="{2190072F-C605-4D14-8FFC-FEAC9337CB89}" presName="FourNodes_3_text" presStyleLbl="node1" presStyleIdx="3" presStyleCnt="4">
        <dgm:presLayoutVars>
          <dgm:bulletEnabled val="1"/>
        </dgm:presLayoutVars>
      </dgm:prSet>
      <dgm:spPr/>
    </dgm:pt>
    <dgm:pt modelId="{157CE24B-2D70-6541-A60E-843481EF30C9}" type="pres">
      <dgm:prSet presAssocID="{2190072F-C605-4D14-8FFC-FEAC9337CB8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A975605-3CD7-0044-9CA5-AFAF4B3ECD30}" type="presOf" srcId="{1664E43F-4463-451E-AE0F-D4F3EF5CE9C4}" destId="{5E32D564-105A-044F-B386-08B3814A9FA1}" srcOrd="0" destOrd="0" presId="urn:microsoft.com/office/officeart/2005/8/layout/vProcess5"/>
    <dgm:cxn modelId="{8459C81B-E3A6-4A98-BEEA-E14E86DCE8C6}" srcId="{2190072F-C605-4D14-8FFC-FEAC9337CB89}" destId="{1664E43F-4463-451E-AE0F-D4F3EF5CE9C4}" srcOrd="2" destOrd="0" parTransId="{10F12E02-F132-4C8A-A4F9-1E71F7128048}" sibTransId="{EF0AB596-8168-41AF-A1DD-513FC51C6B49}"/>
    <dgm:cxn modelId="{9CF55C1D-8C4A-44E1-A873-8600F0C98833}" srcId="{2190072F-C605-4D14-8FFC-FEAC9337CB89}" destId="{1445F0D2-0B67-4A25-BD87-1752B2CCD29B}" srcOrd="3" destOrd="0" parTransId="{9C6CFF51-222C-4B81-8D27-A7D11AF56500}" sibTransId="{CA3C709B-E875-478F-8D0A-40FEBF2E4F4F}"/>
    <dgm:cxn modelId="{6D5DD855-24FE-544A-9D00-E9065F93BEB9}" type="presOf" srcId="{2190072F-C605-4D14-8FFC-FEAC9337CB89}" destId="{CA7EF8CB-6938-274A-ADC3-59CC33382028}" srcOrd="0" destOrd="0" presId="urn:microsoft.com/office/officeart/2005/8/layout/vProcess5"/>
    <dgm:cxn modelId="{FBD32359-824A-49D5-BBBF-4522C62C8F21}" srcId="{2190072F-C605-4D14-8FFC-FEAC9337CB89}" destId="{3E033B65-7AED-496B-9D7F-059005E84CCB}" srcOrd="1" destOrd="0" parTransId="{160FB631-2093-47C6-8852-1C4B95501AE0}" sibTransId="{883F7B94-E61D-4365-A704-000378C7687D}"/>
    <dgm:cxn modelId="{9753AD7E-5DBF-034E-82A6-498C89B45C54}" type="presOf" srcId="{91E103DE-CA5C-4AE1-B762-0EB12AD2D7B2}" destId="{94AE9A35-844D-9247-8B62-8A6BFE2DEE55}" srcOrd="0" destOrd="0" presId="urn:microsoft.com/office/officeart/2005/8/layout/vProcess5"/>
    <dgm:cxn modelId="{61D50398-169B-194F-8CE4-CBF25937ADC7}" type="presOf" srcId="{3E033B65-7AED-496B-9D7F-059005E84CCB}" destId="{9AE2E562-CF51-E343-B709-DEC53C1C36BA}" srcOrd="1" destOrd="0" presId="urn:microsoft.com/office/officeart/2005/8/layout/vProcess5"/>
    <dgm:cxn modelId="{2C75CCA6-568A-0542-8C29-AB3CE6C825AF}" type="presOf" srcId="{1445F0D2-0B67-4A25-BD87-1752B2CCD29B}" destId="{157CE24B-2D70-6541-A60E-843481EF30C9}" srcOrd="1" destOrd="0" presId="urn:microsoft.com/office/officeart/2005/8/layout/vProcess5"/>
    <dgm:cxn modelId="{91E4AAA8-136A-C345-AFF9-55A2293A8884}" type="presOf" srcId="{3E033B65-7AED-496B-9D7F-059005E84CCB}" destId="{E9A3E01B-B613-F948-A9B1-A0A715AE57D5}" srcOrd="0" destOrd="0" presId="urn:microsoft.com/office/officeart/2005/8/layout/vProcess5"/>
    <dgm:cxn modelId="{46DE92AE-30FF-784B-A9FB-AADC3CE5DBAE}" type="presOf" srcId="{1445F0D2-0B67-4A25-BD87-1752B2CCD29B}" destId="{D9DBFA00-CA0F-4144-8DA3-85AC589D845D}" srcOrd="0" destOrd="0" presId="urn:microsoft.com/office/officeart/2005/8/layout/vProcess5"/>
    <dgm:cxn modelId="{EB0BB9BF-033E-514E-81B1-F260922730C1}" type="presOf" srcId="{01EC8179-5987-469F-BED7-883D422C139A}" destId="{0A769F4E-8A3C-8E47-A5AE-AC0AEE589420}" srcOrd="0" destOrd="0" presId="urn:microsoft.com/office/officeart/2005/8/layout/vProcess5"/>
    <dgm:cxn modelId="{EA5ECAD7-FBB5-4712-B56C-D839DDF30F19}" srcId="{2190072F-C605-4D14-8FFC-FEAC9337CB89}" destId="{01EC8179-5987-469F-BED7-883D422C139A}" srcOrd="0" destOrd="0" parTransId="{08EB4D85-72FA-4A3D-AC81-325C3E4BD5BE}" sibTransId="{91E103DE-CA5C-4AE1-B762-0EB12AD2D7B2}"/>
    <dgm:cxn modelId="{12F684E3-DC00-8944-9206-C034628D02B7}" type="presOf" srcId="{EF0AB596-8168-41AF-A1DD-513FC51C6B49}" destId="{422F7089-E145-6A47-A03A-368396DDA69B}" srcOrd="0" destOrd="0" presId="urn:microsoft.com/office/officeart/2005/8/layout/vProcess5"/>
    <dgm:cxn modelId="{66F3C4E4-9A2B-D447-BD52-E12303565B03}" type="presOf" srcId="{01EC8179-5987-469F-BED7-883D422C139A}" destId="{F261AD9C-5722-CF49-8E06-438D3838B187}" srcOrd="1" destOrd="0" presId="urn:microsoft.com/office/officeart/2005/8/layout/vProcess5"/>
    <dgm:cxn modelId="{71D134EC-D61E-8945-8476-DE6606356A2D}" type="presOf" srcId="{1664E43F-4463-451E-AE0F-D4F3EF5CE9C4}" destId="{C296CED6-8684-7B4C-A6F8-8C463862AB79}" srcOrd="1" destOrd="0" presId="urn:microsoft.com/office/officeart/2005/8/layout/vProcess5"/>
    <dgm:cxn modelId="{52340BED-782E-0B45-8217-AD613C8F6A04}" type="presOf" srcId="{883F7B94-E61D-4365-A704-000378C7687D}" destId="{E196766D-06F9-4542-8A3A-223554D3850A}" srcOrd="0" destOrd="0" presId="urn:microsoft.com/office/officeart/2005/8/layout/vProcess5"/>
    <dgm:cxn modelId="{42584620-678A-E042-9142-FC4F4DF408D1}" type="presParOf" srcId="{CA7EF8CB-6938-274A-ADC3-59CC33382028}" destId="{42C4ECA2-C674-0F48-9F1E-4804EC344B5E}" srcOrd="0" destOrd="0" presId="urn:microsoft.com/office/officeart/2005/8/layout/vProcess5"/>
    <dgm:cxn modelId="{099996EE-8688-5743-9933-7CC1A30BC412}" type="presParOf" srcId="{CA7EF8CB-6938-274A-ADC3-59CC33382028}" destId="{0A769F4E-8A3C-8E47-A5AE-AC0AEE589420}" srcOrd="1" destOrd="0" presId="urn:microsoft.com/office/officeart/2005/8/layout/vProcess5"/>
    <dgm:cxn modelId="{DE9D69EB-5F71-DE45-B750-7AC2E27F8616}" type="presParOf" srcId="{CA7EF8CB-6938-274A-ADC3-59CC33382028}" destId="{E9A3E01B-B613-F948-A9B1-A0A715AE57D5}" srcOrd="2" destOrd="0" presId="urn:microsoft.com/office/officeart/2005/8/layout/vProcess5"/>
    <dgm:cxn modelId="{3A96CFFD-FDEF-394F-9961-10D46EB5151C}" type="presParOf" srcId="{CA7EF8CB-6938-274A-ADC3-59CC33382028}" destId="{5E32D564-105A-044F-B386-08B3814A9FA1}" srcOrd="3" destOrd="0" presId="urn:microsoft.com/office/officeart/2005/8/layout/vProcess5"/>
    <dgm:cxn modelId="{47BC65AD-30E5-4746-805D-BC63F8E88896}" type="presParOf" srcId="{CA7EF8CB-6938-274A-ADC3-59CC33382028}" destId="{D9DBFA00-CA0F-4144-8DA3-85AC589D845D}" srcOrd="4" destOrd="0" presId="urn:microsoft.com/office/officeart/2005/8/layout/vProcess5"/>
    <dgm:cxn modelId="{E4CAB770-CE72-FC4E-AD5F-E38E152E3EAC}" type="presParOf" srcId="{CA7EF8CB-6938-274A-ADC3-59CC33382028}" destId="{94AE9A35-844D-9247-8B62-8A6BFE2DEE55}" srcOrd="5" destOrd="0" presId="urn:microsoft.com/office/officeart/2005/8/layout/vProcess5"/>
    <dgm:cxn modelId="{03D13FCB-A1D1-BA44-97FA-602C7F1709BC}" type="presParOf" srcId="{CA7EF8CB-6938-274A-ADC3-59CC33382028}" destId="{E196766D-06F9-4542-8A3A-223554D3850A}" srcOrd="6" destOrd="0" presId="urn:microsoft.com/office/officeart/2005/8/layout/vProcess5"/>
    <dgm:cxn modelId="{0F801130-31A6-0343-988F-5CE5C85B83EE}" type="presParOf" srcId="{CA7EF8CB-6938-274A-ADC3-59CC33382028}" destId="{422F7089-E145-6A47-A03A-368396DDA69B}" srcOrd="7" destOrd="0" presId="urn:microsoft.com/office/officeart/2005/8/layout/vProcess5"/>
    <dgm:cxn modelId="{E557328D-A606-7045-B9CA-9F0C9D157CE9}" type="presParOf" srcId="{CA7EF8CB-6938-274A-ADC3-59CC33382028}" destId="{F261AD9C-5722-CF49-8E06-438D3838B187}" srcOrd="8" destOrd="0" presId="urn:microsoft.com/office/officeart/2005/8/layout/vProcess5"/>
    <dgm:cxn modelId="{EC86BF9D-E2DE-124F-B90C-F2A9AF55D059}" type="presParOf" srcId="{CA7EF8CB-6938-274A-ADC3-59CC33382028}" destId="{9AE2E562-CF51-E343-B709-DEC53C1C36BA}" srcOrd="9" destOrd="0" presId="urn:microsoft.com/office/officeart/2005/8/layout/vProcess5"/>
    <dgm:cxn modelId="{74A47D88-2D4A-4849-9BDD-480F664A96AD}" type="presParOf" srcId="{CA7EF8CB-6938-274A-ADC3-59CC33382028}" destId="{C296CED6-8684-7B4C-A6F8-8C463862AB79}" srcOrd="10" destOrd="0" presId="urn:microsoft.com/office/officeart/2005/8/layout/vProcess5"/>
    <dgm:cxn modelId="{2E9F891D-02DC-2A41-912A-2F295E75CF77}" type="presParOf" srcId="{CA7EF8CB-6938-274A-ADC3-59CC33382028}" destId="{157CE24B-2D70-6541-A60E-843481EF30C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038C1DF-E81F-4DA8-84CB-172D7E8F473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897D61-AC5C-4DC9-A950-B815AFCDD7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SQLite database</a:t>
          </a:r>
        </a:p>
      </dgm:t>
    </dgm:pt>
    <dgm:pt modelId="{3DBDEB6A-01C7-4790-BEFB-3E20C3D68095}" type="parTrans" cxnId="{529FCF2F-60BB-4DF3-A1E1-591634DB47E4}">
      <dgm:prSet/>
      <dgm:spPr/>
      <dgm:t>
        <a:bodyPr/>
        <a:lstStyle/>
        <a:p>
          <a:endParaRPr lang="en-US"/>
        </a:p>
      </dgm:t>
    </dgm:pt>
    <dgm:pt modelId="{674998D4-A5FC-4FD0-ADEA-043C668EB403}" type="sibTrans" cxnId="{529FCF2F-60BB-4DF3-A1E1-591634DB47E4}">
      <dgm:prSet/>
      <dgm:spPr/>
      <dgm:t>
        <a:bodyPr/>
        <a:lstStyle/>
        <a:p>
          <a:endParaRPr lang="en-US"/>
        </a:p>
      </dgm:t>
    </dgm:pt>
    <dgm:pt modelId="{C0F2270E-44F8-4B50-928E-B4781A4C84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Stores automation rules</a:t>
          </a:r>
        </a:p>
      </dgm:t>
    </dgm:pt>
    <dgm:pt modelId="{43BABFD5-857E-4676-AFED-309E6E16DFC0}" type="parTrans" cxnId="{67CB82AC-4CBB-4E8E-94CE-2BC9BE5ED72B}">
      <dgm:prSet/>
      <dgm:spPr/>
      <dgm:t>
        <a:bodyPr/>
        <a:lstStyle/>
        <a:p>
          <a:endParaRPr lang="en-US"/>
        </a:p>
      </dgm:t>
    </dgm:pt>
    <dgm:pt modelId="{2800AC6F-63D8-4F1E-9037-BC23B0E400F6}" type="sibTrans" cxnId="{67CB82AC-4CBB-4E8E-94CE-2BC9BE5ED72B}">
      <dgm:prSet/>
      <dgm:spPr/>
      <dgm:t>
        <a:bodyPr/>
        <a:lstStyle/>
        <a:p>
          <a:endParaRPr lang="en-US"/>
        </a:p>
      </dgm:t>
    </dgm:pt>
    <dgm:pt modelId="{462474E2-9AE0-4AD9-9EFD-69CFD5FE69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Lightweight embedded database</a:t>
          </a:r>
        </a:p>
      </dgm:t>
    </dgm:pt>
    <dgm:pt modelId="{08D46FB9-AF8C-4EA4-9AA9-3320344796A0}" type="parTrans" cxnId="{89515975-4D60-4F45-B9E0-C81D5934BEF8}">
      <dgm:prSet/>
      <dgm:spPr/>
      <dgm:t>
        <a:bodyPr/>
        <a:lstStyle/>
        <a:p>
          <a:endParaRPr lang="en-US"/>
        </a:p>
      </dgm:t>
    </dgm:pt>
    <dgm:pt modelId="{4A8CE487-F6CA-4034-9C5B-06C98EB82647}" type="sibTrans" cxnId="{89515975-4D60-4F45-B9E0-C81D5934BEF8}">
      <dgm:prSet/>
      <dgm:spPr/>
      <dgm:t>
        <a:bodyPr/>
        <a:lstStyle/>
        <a:p>
          <a:endParaRPr lang="en-US"/>
        </a:p>
      </dgm:t>
    </dgm:pt>
    <dgm:pt modelId="{4DCA86CE-55B6-47D6-AA61-642BCE5F7673}" type="pres">
      <dgm:prSet presAssocID="{1038C1DF-E81F-4DA8-84CB-172D7E8F4736}" presName="root" presStyleCnt="0">
        <dgm:presLayoutVars>
          <dgm:dir/>
          <dgm:resizeHandles val="exact"/>
        </dgm:presLayoutVars>
      </dgm:prSet>
      <dgm:spPr/>
    </dgm:pt>
    <dgm:pt modelId="{5D0A0C28-D2FC-4713-85C1-5BE73A17A9B8}" type="pres">
      <dgm:prSet presAssocID="{98897D61-AC5C-4DC9-A950-B815AFCDD7E7}" presName="compNode" presStyleCnt="0"/>
      <dgm:spPr/>
    </dgm:pt>
    <dgm:pt modelId="{2C126348-34AA-4B40-B9D8-E65293FAF2F8}" type="pres">
      <dgm:prSet presAssocID="{98897D61-AC5C-4DC9-A950-B815AFCDD7E7}" presName="bgRect" presStyleLbl="bgShp" presStyleIdx="0" presStyleCnt="3"/>
      <dgm:spPr/>
    </dgm:pt>
    <dgm:pt modelId="{A6EDDB6B-0BB3-4BCF-AFC4-431510DD15C3}" type="pres">
      <dgm:prSet presAssocID="{98897D61-AC5C-4DC9-A950-B815AFCDD7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029DBA9-2792-4050-B0A3-326ABD4BC008}" type="pres">
      <dgm:prSet presAssocID="{98897D61-AC5C-4DC9-A950-B815AFCDD7E7}" presName="spaceRect" presStyleCnt="0"/>
      <dgm:spPr/>
    </dgm:pt>
    <dgm:pt modelId="{D619EA86-3DA0-4BD3-8354-B8EDEA347BDF}" type="pres">
      <dgm:prSet presAssocID="{98897D61-AC5C-4DC9-A950-B815AFCDD7E7}" presName="parTx" presStyleLbl="revTx" presStyleIdx="0" presStyleCnt="3">
        <dgm:presLayoutVars>
          <dgm:chMax val="0"/>
          <dgm:chPref val="0"/>
        </dgm:presLayoutVars>
      </dgm:prSet>
      <dgm:spPr/>
    </dgm:pt>
    <dgm:pt modelId="{206B8F05-BEF2-429B-8EF9-1C6E00BE1DD5}" type="pres">
      <dgm:prSet presAssocID="{674998D4-A5FC-4FD0-ADEA-043C668EB403}" presName="sibTrans" presStyleCnt="0"/>
      <dgm:spPr/>
    </dgm:pt>
    <dgm:pt modelId="{C1615F51-7981-4A67-9480-7B815C6304A1}" type="pres">
      <dgm:prSet presAssocID="{C0F2270E-44F8-4B50-928E-B4781A4C84C2}" presName="compNode" presStyleCnt="0"/>
      <dgm:spPr/>
    </dgm:pt>
    <dgm:pt modelId="{A93C3CF6-FE4E-422C-8EA8-1B7833C90ED5}" type="pres">
      <dgm:prSet presAssocID="{C0F2270E-44F8-4B50-928E-B4781A4C84C2}" presName="bgRect" presStyleLbl="bgShp" presStyleIdx="1" presStyleCnt="3"/>
      <dgm:spPr/>
    </dgm:pt>
    <dgm:pt modelId="{BF6BFCD7-993C-44A3-975E-7D7410F09D21}" type="pres">
      <dgm:prSet presAssocID="{C0F2270E-44F8-4B50-928E-B4781A4C84C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5BB6C6B-3576-4255-A690-9C01DE021B86}" type="pres">
      <dgm:prSet presAssocID="{C0F2270E-44F8-4B50-928E-B4781A4C84C2}" presName="spaceRect" presStyleCnt="0"/>
      <dgm:spPr/>
    </dgm:pt>
    <dgm:pt modelId="{C5E7207B-344E-4DC4-9C47-34D922EADF77}" type="pres">
      <dgm:prSet presAssocID="{C0F2270E-44F8-4B50-928E-B4781A4C84C2}" presName="parTx" presStyleLbl="revTx" presStyleIdx="1" presStyleCnt="3">
        <dgm:presLayoutVars>
          <dgm:chMax val="0"/>
          <dgm:chPref val="0"/>
        </dgm:presLayoutVars>
      </dgm:prSet>
      <dgm:spPr/>
    </dgm:pt>
    <dgm:pt modelId="{2C150882-43F5-46A2-A787-E96F535979AA}" type="pres">
      <dgm:prSet presAssocID="{2800AC6F-63D8-4F1E-9037-BC23B0E400F6}" presName="sibTrans" presStyleCnt="0"/>
      <dgm:spPr/>
    </dgm:pt>
    <dgm:pt modelId="{36BEE135-FBEF-453B-8ACD-2EAC03ED6B2F}" type="pres">
      <dgm:prSet presAssocID="{462474E2-9AE0-4AD9-9EFD-69CFD5FE69EA}" presName="compNode" presStyleCnt="0"/>
      <dgm:spPr/>
    </dgm:pt>
    <dgm:pt modelId="{DA554591-D774-42D6-9B3F-16F8A5F9A9D7}" type="pres">
      <dgm:prSet presAssocID="{462474E2-9AE0-4AD9-9EFD-69CFD5FE69EA}" presName="bgRect" presStyleLbl="bgShp" presStyleIdx="2" presStyleCnt="3"/>
      <dgm:spPr/>
    </dgm:pt>
    <dgm:pt modelId="{B45BAFDB-ACFC-428F-A777-B400061B8413}" type="pres">
      <dgm:prSet presAssocID="{462474E2-9AE0-4AD9-9EFD-69CFD5FE69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917255E-20AF-475A-AADE-54A52E0B97FE}" type="pres">
      <dgm:prSet presAssocID="{462474E2-9AE0-4AD9-9EFD-69CFD5FE69EA}" presName="spaceRect" presStyleCnt="0"/>
      <dgm:spPr/>
    </dgm:pt>
    <dgm:pt modelId="{96FE43EA-1C32-48C7-B0E6-D4FD9920BFB1}" type="pres">
      <dgm:prSet presAssocID="{462474E2-9AE0-4AD9-9EFD-69CFD5FE69E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41C240E-0EC7-4280-9B0A-AEA1330B9E06}" type="presOf" srcId="{98897D61-AC5C-4DC9-A950-B815AFCDD7E7}" destId="{D619EA86-3DA0-4BD3-8354-B8EDEA347BDF}" srcOrd="0" destOrd="0" presId="urn:microsoft.com/office/officeart/2018/2/layout/IconVerticalSolidList"/>
    <dgm:cxn modelId="{529FCF2F-60BB-4DF3-A1E1-591634DB47E4}" srcId="{1038C1DF-E81F-4DA8-84CB-172D7E8F4736}" destId="{98897D61-AC5C-4DC9-A950-B815AFCDD7E7}" srcOrd="0" destOrd="0" parTransId="{3DBDEB6A-01C7-4790-BEFB-3E20C3D68095}" sibTransId="{674998D4-A5FC-4FD0-ADEA-043C668EB403}"/>
    <dgm:cxn modelId="{E3D04F57-5B32-41F8-9D4B-C5EAEA1B676E}" type="presOf" srcId="{1038C1DF-E81F-4DA8-84CB-172D7E8F4736}" destId="{4DCA86CE-55B6-47D6-AA61-642BCE5F7673}" srcOrd="0" destOrd="0" presId="urn:microsoft.com/office/officeart/2018/2/layout/IconVerticalSolidList"/>
    <dgm:cxn modelId="{89515975-4D60-4F45-B9E0-C81D5934BEF8}" srcId="{1038C1DF-E81F-4DA8-84CB-172D7E8F4736}" destId="{462474E2-9AE0-4AD9-9EFD-69CFD5FE69EA}" srcOrd="2" destOrd="0" parTransId="{08D46FB9-AF8C-4EA4-9AA9-3320344796A0}" sibTransId="{4A8CE487-F6CA-4034-9C5B-06C98EB82647}"/>
    <dgm:cxn modelId="{83D425A0-FF49-4D11-BF10-24FEFFFD17D4}" type="presOf" srcId="{C0F2270E-44F8-4B50-928E-B4781A4C84C2}" destId="{C5E7207B-344E-4DC4-9C47-34D922EADF77}" srcOrd="0" destOrd="0" presId="urn:microsoft.com/office/officeart/2018/2/layout/IconVerticalSolidList"/>
    <dgm:cxn modelId="{67CB82AC-4CBB-4E8E-94CE-2BC9BE5ED72B}" srcId="{1038C1DF-E81F-4DA8-84CB-172D7E8F4736}" destId="{C0F2270E-44F8-4B50-928E-B4781A4C84C2}" srcOrd="1" destOrd="0" parTransId="{43BABFD5-857E-4676-AFED-309E6E16DFC0}" sibTransId="{2800AC6F-63D8-4F1E-9037-BC23B0E400F6}"/>
    <dgm:cxn modelId="{663958AF-1F24-4996-A9A6-7AC8B7B33A14}" type="presOf" srcId="{462474E2-9AE0-4AD9-9EFD-69CFD5FE69EA}" destId="{96FE43EA-1C32-48C7-B0E6-D4FD9920BFB1}" srcOrd="0" destOrd="0" presId="urn:microsoft.com/office/officeart/2018/2/layout/IconVerticalSolidList"/>
    <dgm:cxn modelId="{121DE7A8-7B98-4E88-9681-4095CB0624A7}" type="presParOf" srcId="{4DCA86CE-55B6-47D6-AA61-642BCE5F7673}" destId="{5D0A0C28-D2FC-4713-85C1-5BE73A17A9B8}" srcOrd="0" destOrd="0" presId="urn:microsoft.com/office/officeart/2018/2/layout/IconVerticalSolidList"/>
    <dgm:cxn modelId="{56E4E0FE-E412-4198-B771-A6E244D295D1}" type="presParOf" srcId="{5D0A0C28-D2FC-4713-85C1-5BE73A17A9B8}" destId="{2C126348-34AA-4B40-B9D8-E65293FAF2F8}" srcOrd="0" destOrd="0" presId="urn:microsoft.com/office/officeart/2018/2/layout/IconVerticalSolidList"/>
    <dgm:cxn modelId="{9A569D15-2D23-4940-A474-75BDC715E82C}" type="presParOf" srcId="{5D0A0C28-D2FC-4713-85C1-5BE73A17A9B8}" destId="{A6EDDB6B-0BB3-4BCF-AFC4-431510DD15C3}" srcOrd="1" destOrd="0" presId="urn:microsoft.com/office/officeart/2018/2/layout/IconVerticalSolidList"/>
    <dgm:cxn modelId="{60CEB0B1-4662-47E3-88AA-58DBD9045489}" type="presParOf" srcId="{5D0A0C28-D2FC-4713-85C1-5BE73A17A9B8}" destId="{B029DBA9-2792-4050-B0A3-326ABD4BC008}" srcOrd="2" destOrd="0" presId="urn:microsoft.com/office/officeart/2018/2/layout/IconVerticalSolidList"/>
    <dgm:cxn modelId="{2CE9BAA1-32BD-456F-96F6-DAD3475853A8}" type="presParOf" srcId="{5D0A0C28-D2FC-4713-85C1-5BE73A17A9B8}" destId="{D619EA86-3DA0-4BD3-8354-B8EDEA347BDF}" srcOrd="3" destOrd="0" presId="urn:microsoft.com/office/officeart/2018/2/layout/IconVerticalSolidList"/>
    <dgm:cxn modelId="{47E70B21-A917-4DB9-AF1B-FF0DCAADF624}" type="presParOf" srcId="{4DCA86CE-55B6-47D6-AA61-642BCE5F7673}" destId="{206B8F05-BEF2-429B-8EF9-1C6E00BE1DD5}" srcOrd="1" destOrd="0" presId="urn:microsoft.com/office/officeart/2018/2/layout/IconVerticalSolidList"/>
    <dgm:cxn modelId="{72EC9C9D-C5E3-4AE6-A31D-33A7D1F55F61}" type="presParOf" srcId="{4DCA86CE-55B6-47D6-AA61-642BCE5F7673}" destId="{C1615F51-7981-4A67-9480-7B815C6304A1}" srcOrd="2" destOrd="0" presId="urn:microsoft.com/office/officeart/2018/2/layout/IconVerticalSolidList"/>
    <dgm:cxn modelId="{0E387F90-E11A-45FF-B291-CB79F91356F8}" type="presParOf" srcId="{C1615F51-7981-4A67-9480-7B815C6304A1}" destId="{A93C3CF6-FE4E-422C-8EA8-1B7833C90ED5}" srcOrd="0" destOrd="0" presId="urn:microsoft.com/office/officeart/2018/2/layout/IconVerticalSolidList"/>
    <dgm:cxn modelId="{3448B06D-6D45-403A-8463-94DB37F9B576}" type="presParOf" srcId="{C1615F51-7981-4A67-9480-7B815C6304A1}" destId="{BF6BFCD7-993C-44A3-975E-7D7410F09D21}" srcOrd="1" destOrd="0" presId="urn:microsoft.com/office/officeart/2018/2/layout/IconVerticalSolidList"/>
    <dgm:cxn modelId="{0B560567-DEFE-404E-9277-4FA199721976}" type="presParOf" srcId="{C1615F51-7981-4A67-9480-7B815C6304A1}" destId="{A5BB6C6B-3576-4255-A690-9C01DE021B86}" srcOrd="2" destOrd="0" presId="urn:microsoft.com/office/officeart/2018/2/layout/IconVerticalSolidList"/>
    <dgm:cxn modelId="{8B1F858F-8530-442C-A25C-AC2AB3E975A9}" type="presParOf" srcId="{C1615F51-7981-4A67-9480-7B815C6304A1}" destId="{C5E7207B-344E-4DC4-9C47-34D922EADF77}" srcOrd="3" destOrd="0" presId="urn:microsoft.com/office/officeart/2018/2/layout/IconVerticalSolidList"/>
    <dgm:cxn modelId="{141BF466-3EBC-44DE-94DA-9A0E7AD77ACC}" type="presParOf" srcId="{4DCA86CE-55B6-47D6-AA61-642BCE5F7673}" destId="{2C150882-43F5-46A2-A787-E96F535979AA}" srcOrd="3" destOrd="0" presId="urn:microsoft.com/office/officeart/2018/2/layout/IconVerticalSolidList"/>
    <dgm:cxn modelId="{59A4171E-1D77-4702-8259-EE86E134E929}" type="presParOf" srcId="{4DCA86CE-55B6-47D6-AA61-642BCE5F7673}" destId="{36BEE135-FBEF-453B-8ACD-2EAC03ED6B2F}" srcOrd="4" destOrd="0" presId="urn:microsoft.com/office/officeart/2018/2/layout/IconVerticalSolidList"/>
    <dgm:cxn modelId="{1221175E-CB6E-49A4-A52E-8689381F24EA}" type="presParOf" srcId="{36BEE135-FBEF-453B-8ACD-2EAC03ED6B2F}" destId="{DA554591-D774-42D6-9B3F-16F8A5F9A9D7}" srcOrd="0" destOrd="0" presId="urn:microsoft.com/office/officeart/2018/2/layout/IconVerticalSolidList"/>
    <dgm:cxn modelId="{90D421EC-18B6-4EB0-8EC0-575AC9F2E46F}" type="presParOf" srcId="{36BEE135-FBEF-453B-8ACD-2EAC03ED6B2F}" destId="{B45BAFDB-ACFC-428F-A777-B400061B8413}" srcOrd="1" destOrd="0" presId="urn:microsoft.com/office/officeart/2018/2/layout/IconVerticalSolidList"/>
    <dgm:cxn modelId="{5B880FFC-494E-4C5A-A270-658E9C4AAD23}" type="presParOf" srcId="{36BEE135-FBEF-453B-8ACD-2EAC03ED6B2F}" destId="{5917255E-20AF-475A-AADE-54A52E0B97FE}" srcOrd="2" destOrd="0" presId="urn:microsoft.com/office/officeart/2018/2/layout/IconVerticalSolidList"/>
    <dgm:cxn modelId="{F3AB0D98-1A33-4369-9481-69C53A886C99}" type="presParOf" srcId="{36BEE135-FBEF-453B-8ACD-2EAC03ED6B2F}" destId="{96FE43EA-1C32-48C7-B0E6-D4FD9920BF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4E47A7C-52E7-43DB-BE24-1D489396CF9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5B1CB66-EB00-4D44-BC5F-D2FD56826BD6}">
      <dgm:prSet/>
      <dgm:spPr/>
      <dgm:t>
        <a:bodyPr/>
        <a:lstStyle/>
        <a:p>
          <a:r>
            <a:rPr lang="en-US"/>
            <a:t>Built with React</a:t>
          </a:r>
        </a:p>
      </dgm:t>
    </dgm:pt>
    <dgm:pt modelId="{416FA296-8B09-4BF1-A954-99085B440D29}" type="parTrans" cxnId="{537EE865-7B71-4658-AED5-0A9C804D6037}">
      <dgm:prSet/>
      <dgm:spPr/>
      <dgm:t>
        <a:bodyPr/>
        <a:lstStyle/>
        <a:p>
          <a:endParaRPr lang="en-US"/>
        </a:p>
      </dgm:t>
    </dgm:pt>
    <dgm:pt modelId="{C433AE12-0CD0-4AC0-BE55-F4213CDC1C4C}" type="sibTrans" cxnId="{537EE865-7B71-4658-AED5-0A9C804D6037}">
      <dgm:prSet/>
      <dgm:spPr/>
      <dgm:t>
        <a:bodyPr/>
        <a:lstStyle/>
        <a:p>
          <a:endParaRPr lang="en-US"/>
        </a:p>
      </dgm:t>
    </dgm:pt>
    <dgm:pt modelId="{1D16EB96-916E-4011-9174-BD40F9639570}">
      <dgm:prSet/>
      <dgm:spPr/>
      <dgm:t>
        <a:bodyPr/>
        <a:lstStyle/>
        <a:p>
          <a:r>
            <a:rPr lang="en-US"/>
            <a:t>Displays sensor data</a:t>
          </a:r>
        </a:p>
      </dgm:t>
    </dgm:pt>
    <dgm:pt modelId="{A522AF58-F931-4CD0-8317-7DE5ACA5E1F4}" type="parTrans" cxnId="{9E5295D9-9453-4742-AADE-1931A3CC2828}">
      <dgm:prSet/>
      <dgm:spPr/>
      <dgm:t>
        <a:bodyPr/>
        <a:lstStyle/>
        <a:p>
          <a:endParaRPr lang="en-US"/>
        </a:p>
      </dgm:t>
    </dgm:pt>
    <dgm:pt modelId="{676AE724-EF82-4CE6-B092-5D9B36AA23F5}" type="sibTrans" cxnId="{9E5295D9-9453-4742-AADE-1931A3CC2828}">
      <dgm:prSet/>
      <dgm:spPr/>
      <dgm:t>
        <a:bodyPr/>
        <a:lstStyle/>
        <a:p>
          <a:endParaRPr lang="en-US"/>
        </a:p>
      </dgm:t>
    </dgm:pt>
    <dgm:pt modelId="{D4D0E054-D02C-4758-A905-8122414691E5}">
      <dgm:prSet/>
      <dgm:spPr/>
      <dgm:t>
        <a:bodyPr/>
        <a:lstStyle/>
        <a:p>
          <a:r>
            <a:rPr lang="en-US"/>
            <a:t>Shows automation events</a:t>
          </a:r>
        </a:p>
      </dgm:t>
    </dgm:pt>
    <dgm:pt modelId="{E91B525C-6AA2-4C2E-B814-ABBC133E02F4}" type="parTrans" cxnId="{6E552832-6AAE-417A-89F3-4507E8F8E697}">
      <dgm:prSet/>
      <dgm:spPr/>
      <dgm:t>
        <a:bodyPr/>
        <a:lstStyle/>
        <a:p>
          <a:endParaRPr lang="en-US"/>
        </a:p>
      </dgm:t>
    </dgm:pt>
    <dgm:pt modelId="{560F0ACE-BD33-4757-9087-E97E6A787D7D}" type="sibTrans" cxnId="{6E552832-6AAE-417A-89F3-4507E8F8E697}">
      <dgm:prSet/>
      <dgm:spPr/>
      <dgm:t>
        <a:bodyPr/>
        <a:lstStyle/>
        <a:p>
          <a:endParaRPr lang="en-US"/>
        </a:p>
      </dgm:t>
    </dgm:pt>
    <dgm:pt modelId="{C4579109-FAF9-4452-9A73-DDB7F93C120B}">
      <dgm:prSet/>
      <dgm:spPr/>
      <dgm:t>
        <a:bodyPr/>
        <a:lstStyle/>
        <a:p>
          <a:r>
            <a:rPr lang="en-US"/>
            <a:t>Real-time updates</a:t>
          </a:r>
        </a:p>
      </dgm:t>
    </dgm:pt>
    <dgm:pt modelId="{B91C4E31-4B42-463E-89B5-B8DC4FEEF6F0}" type="parTrans" cxnId="{3E99E87F-1457-4E23-97D2-C5D50DEC5E44}">
      <dgm:prSet/>
      <dgm:spPr/>
      <dgm:t>
        <a:bodyPr/>
        <a:lstStyle/>
        <a:p>
          <a:endParaRPr lang="en-US"/>
        </a:p>
      </dgm:t>
    </dgm:pt>
    <dgm:pt modelId="{F5DF286F-D945-4B46-A39F-18003D2A7A5A}" type="sibTrans" cxnId="{3E99E87F-1457-4E23-97D2-C5D50DEC5E44}">
      <dgm:prSet/>
      <dgm:spPr/>
      <dgm:t>
        <a:bodyPr/>
        <a:lstStyle/>
        <a:p>
          <a:endParaRPr lang="en-US"/>
        </a:p>
      </dgm:t>
    </dgm:pt>
    <dgm:pt modelId="{B367D66C-E564-452A-8B00-C16595BE3176}" type="pres">
      <dgm:prSet presAssocID="{34E47A7C-52E7-43DB-BE24-1D489396CF9A}" presName="root" presStyleCnt="0">
        <dgm:presLayoutVars>
          <dgm:dir/>
          <dgm:resizeHandles val="exact"/>
        </dgm:presLayoutVars>
      </dgm:prSet>
      <dgm:spPr/>
    </dgm:pt>
    <dgm:pt modelId="{C3058226-8D21-4C6F-BF60-B9E32D26A1AA}" type="pres">
      <dgm:prSet presAssocID="{45B1CB66-EB00-4D44-BC5F-D2FD56826BD6}" presName="compNode" presStyleCnt="0"/>
      <dgm:spPr/>
    </dgm:pt>
    <dgm:pt modelId="{E8FFB1BE-3DBE-4565-9C94-77B1C87ABF4A}" type="pres">
      <dgm:prSet presAssocID="{45B1CB66-EB00-4D44-BC5F-D2FD56826BD6}" presName="bgRect" presStyleLbl="bgShp" presStyleIdx="0" presStyleCnt="4"/>
      <dgm:spPr/>
    </dgm:pt>
    <dgm:pt modelId="{C0154EC5-D3DD-4E1C-BF20-FD31A39003A8}" type="pres">
      <dgm:prSet presAssocID="{45B1CB66-EB00-4D44-BC5F-D2FD56826B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4C5BE28-CF67-4E22-B948-73785C6DC983}" type="pres">
      <dgm:prSet presAssocID="{45B1CB66-EB00-4D44-BC5F-D2FD56826BD6}" presName="spaceRect" presStyleCnt="0"/>
      <dgm:spPr/>
    </dgm:pt>
    <dgm:pt modelId="{C1EEFC3D-8815-4395-A862-1443048B1E04}" type="pres">
      <dgm:prSet presAssocID="{45B1CB66-EB00-4D44-BC5F-D2FD56826BD6}" presName="parTx" presStyleLbl="revTx" presStyleIdx="0" presStyleCnt="4">
        <dgm:presLayoutVars>
          <dgm:chMax val="0"/>
          <dgm:chPref val="0"/>
        </dgm:presLayoutVars>
      </dgm:prSet>
      <dgm:spPr/>
    </dgm:pt>
    <dgm:pt modelId="{256F2223-2522-4BCB-8F0B-435D504E46A4}" type="pres">
      <dgm:prSet presAssocID="{C433AE12-0CD0-4AC0-BE55-F4213CDC1C4C}" presName="sibTrans" presStyleCnt="0"/>
      <dgm:spPr/>
    </dgm:pt>
    <dgm:pt modelId="{80EE54A3-1CA8-4B53-B1DA-15CCF57D31D5}" type="pres">
      <dgm:prSet presAssocID="{1D16EB96-916E-4011-9174-BD40F9639570}" presName="compNode" presStyleCnt="0"/>
      <dgm:spPr/>
    </dgm:pt>
    <dgm:pt modelId="{EF0187DC-684B-462E-BEAD-C22C9C600210}" type="pres">
      <dgm:prSet presAssocID="{1D16EB96-916E-4011-9174-BD40F9639570}" presName="bgRect" presStyleLbl="bgShp" presStyleIdx="1" presStyleCnt="4"/>
      <dgm:spPr/>
    </dgm:pt>
    <dgm:pt modelId="{073F4BD5-5D26-4F6C-A3F2-0B1CE6D04FC5}" type="pres">
      <dgm:prSet presAssocID="{1D16EB96-916E-4011-9174-BD40F963957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97C29040-FA87-4CDB-81DD-0CE7D18D5FA8}" type="pres">
      <dgm:prSet presAssocID="{1D16EB96-916E-4011-9174-BD40F9639570}" presName="spaceRect" presStyleCnt="0"/>
      <dgm:spPr/>
    </dgm:pt>
    <dgm:pt modelId="{AE45C2A9-FFE2-4892-AC80-90FE00053FF6}" type="pres">
      <dgm:prSet presAssocID="{1D16EB96-916E-4011-9174-BD40F9639570}" presName="parTx" presStyleLbl="revTx" presStyleIdx="1" presStyleCnt="4">
        <dgm:presLayoutVars>
          <dgm:chMax val="0"/>
          <dgm:chPref val="0"/>
        </dgm:presLayoutVars>
      </dgm:prSet>
      <dgm:spPr/>
    </dgm:pt>
    <dgm:pt modelId="{39D54BFD-EF4C-436D-8FF7-0DAAF960808E}" type="pres">
      <dgm:prSet presAssocID="{676AE724-EF82-4CE6-B092-5D9B36AA23F5}" presName="sibTrans" presStyleCnt="0"/>
      <dgm:spPr/>
    </dgm:pt>
    <dgm:pt modelId="{6ACB31AB-A4F6-44D0-8B21-9E3B2A77CA11}" type="pres">
      <dgm:prSet presAssocID="{D4D0E054-D02C-4758-A905-8122414691E5}" presName="compNode" presStyleCnt="0"/>
      <dgm:spPr/>
    </dgm:pt>
    <dgm:pt modelId="{4418DD85-D43E-4CE3-8996-566624350854}" type="pres">
      <dgm:prSet presAssocID="{D4D0E054-D02C-4758-A905-8122414691E5}" presName="bgRect" presStyleLbl="bgShp" presStyleIdx="2" presStyleCnt="4"/>
      <dgm:spPr/>
    </dgm:pt>
    <dgm:pt modelId="{C4188182-8774-40BD-8A46-155C7B5A5C57}" type="pres">
      <dgm:prSet presAssocID="{D4D0E054-D02C-4758-A905-8122414691E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8E9C6C1-58EC-4E57-8B62-E9ABC0367C50}" type="pres">
      <dgm:prSet presAssocID="{D4D0E054-D02C-4758-A905-8122414691E5}" presName="spaceRect" presStyleCnt="0"/>
      <dgm:spPr/>
    </dgm:pt>
    <dgm:pt modelId="{461D7028-7034-4F9C-9DFF-CB81B165D1DC}" type="pres">
      <dgm:prSet presAssocID="{D4D0E054-D02C-4758-A905-8122414691E5}" presName="parTx" presStyleLbl="revTx" presStyleIdx="2" presStyleCnt="4">
        <dgm:presLayoutVars>
          <dgm:chMax val="0"/>
          <dgm:chPref val="0"/>
        </dgm:presLayoutVars>
      </dgm:prSet>
      <dgm:spPr/>
    </dgm:pt>
    <dgm:pt modelId="{EA776918-9C85-46D7-BF42-CAFB7EFB255B}" type="pres">
      <dgm:prSet presAssocID="{560F0ACE-BD33-4757-9087-E97E6A787D7D}" presName="sibTrans" presStyleCnt="0"/>
      <dgm:spPr/>
    </dgm:pt>
    <dgm:pt modelId="{D420F9EE-2CB3-43C6-AB8C-3466F5ACEAB7}" type="pres">
      <dgm:prSet presAssocID="{C4579109-FAF9-4452-9A73-DDB7F93C120B}" presName="compNode" presStyleCnt="0"/>
      <dgm:spPr/>
    </dgm:pt>
    <dgm:pt modelId="{0CF8577B-2805-4528-A83D-D8E8B4DF4DE5}" type="pres">
      <dgm:prSet presAssocID="{C4579109-FAF9-4452-9A73-DDB7F93C120B}" presName="bgRect" presStyleLbl="bgShp" presStyleIdx="3" presStyleCnt="4"/>
      <dgm:spPr/>
    </dgm:pt>
    <dgm:pt modelId="{FBBA0AAA-19BE-48D5-A3CE-78172F450727}" type="pres">
      <dgm:prSet presAssocID="{C4579109-FAF9-4452-9A73-DDB7F93C120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4C6768B-5301-4654-9BFE-0A3E15410382}" type="pres">
      <dgm:prSet presAssocID="{C4579109-FAF9-4452-9A73-DDB7F93C120B}" presName="spaceRect" presStyleCnt="0"/>
      <dgm:spPr/>
    </dgm:pt>
    <dgm:pt modelId="{79EEB549-EA35-4C67-BACD-4FE040A14989}" type="pres">
      <dgm:prSet presAssocID="{C4579109-FAF9-4452-9A73-DDB7F93C120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8634112-AC8B-42FD-83C4-28E15DBF6DD4}" type="presOf" srcId="{45B1CB66-EB00-4D44-BC5F-D2FD56826BD6}" destId="{C1EEFC3D-8815-4395-A862-1443048B1E04}" srcOrd="0" destOrd="0" presId="urn:microsoft.com/office/officeart/2018/2/layout/IconVerticalSolidList"/>
    <dgm:cxn modelId="{027C9C15-03AC-47DF-AB7B-AB236349C025}" type="presOf" srcId="{1D16EB96-916E-4011-9174-BD40F9639570}" destId="{AE45C2A9-FFE2-4892-AC80-90FE00053FF6}" srcOrd="0" destOrd="0" presId="urn:microsoft.com/office/officeart/2018/2/layout/IconVerticalSolidList"/>
    <dgm:cxn modelId="{6E552832-6AAE-417A-89F3-4507E8F8E697}" srcId="{34E47A7C-52E7-43DB-BE24-1D489396CF9A}" destId="{D4D0E054-D02C-4758-A905-8122414691E5}" srcOrd="2" destOrd="0" parTransId="{E91B525C-6AA2-4C2E-B814-ABBC133E02F4}" sibTransId="{560F0ACE-BD33-4757-9087-E97E6A787D7D}"/>
    <dgm:cxn modelId="{537EE865-7B71-4658-AED5-0A9C804D6037}" srcId="{34E47A7C-52E7-43DB-BE24-1D489396CF9A}" destId="{45B1CB66-EB00-4D44-BC5F-D2FD56826BD6}" srcOrd="0" destOrd="0" parTransId="{416FA296-8B09-4BF1-A954-99085B440D29}" sibTransId="{C433AE12-0CD0-4AC0-BE55-F4213CDC1C4C}"/>
    <dgm:cxn modelId="{C10D6479-5C1B-4F18-8A13-3836820EACD7}" type="presOf" srcId="{D4D0E054-D02C-4758-A905-8122414691E5}" destId="{461D7028-7034-4F9C-9DFF-CB81B165D1DC}" srcOrd="0" destOrd="0" presId="urn:microsoft.com/office/officeart/2018/2/layout/IconVerticalSolidList"/>
    <dgm:cxn modelId="{3E99E87F-1457-4E23-97D2-C5D50DEC5E44}" srcId="{34E47A7C-52E7-43DB-BE24-1D489396CF9A}" destId="{C4579109-FAF9-4452-9A73-DDB7F93C120B}" srcOrd="3" destOrd="0" parTransId="{B91C4E31-4B42-463E-89B5-B8DC4FEEF6F0}" sibTransId="{F5DF286F-D945-4B46-A39F-18003D2A7A5A}"/>
    <dgm:cxn modelId="{E9EF68A3-C2CD-46BC-B351-49EE6D779481}" type="presOf" srcId="{C4579109-FAF9-4452-9A73-DDB7F93C120B}" destId="{79EEB549-EA35-4C67-BACD-4FE040A14989}" srcOrd="0" destOrd="0" presId="urn:microsoft.com/office/officeart/2018/2/layout/IconVerticalSolidList"/>
    <dgm:cxn modelId="{9E5295D9-9453-4742-AADE-1931A3CC2828}" srcId="{34E47A7C-52E7-43DB-BE24-1D489396CF9A}" destId="{1D16EB96-916E-4011-9174-BD40F9639570}" srcOrd="1" destOrd="0" parTransId="{A522AF58-F931-4CD0-8317-7DE5ACA5E1F4}" sibTransId="{676AE724-EF82-4CE6-B092-5D9B36AA23F5}"/>
    <dgm:cxn modelId="{BEFC3FE8-CA2B-4C2F-B083-E35F9FB5A076}" type="presOf" srcId="{34E47A7C-52E7-43DB-BE24-1D489396CF9A}" destId="{B367D66C-E564-452A-8B00-C16595BE3176}" srcOrd="0" destOrd="0" presId="urn:microsoft.com/office/officeart/2018/2/layout/IconVerticalSolidList"/>
    <dgm:cxn modelId="{ADA019F6-24C1-4324-B5E4-33AD1509AE97}" type="presParOf" srcId="{B367D66C-E564-452A-8B00-C16595BE3176}" destId="{C3058226-8D21-4C6F-BF60-B9E32D26A1AA}" srcOrd="0" destOrd="0" presId="urn:microsoft.com/office/officeart/2018/2/layout/IconVerticalSolidList"/>
    <dgm:cxn modelId="{4430BB22-225F-4C4B-9573-BFBC7D9A909A}" type="presParOf" srcId="{C3058226-8D21-4C6F-BF60-B9E32D26A1AA}" destId="{E8FFB1BE-3DBE-4565-9C94-77B1C87ABF4A}" srcOrd="0" destOrd="0" presId="urn:microsoft.com/office/officeart/2018/2/layout/IconVerticalSolidList"/>
    <dgm:cxn modelId="{32C7C916-4256-457C-84DD-CAD6DFCC0DD5}" type="presParOf" srcId="{C3058226-8D21-4C6F-BF60-B9E32D26A1AA}" destId="{C0154EC5-D3DD-4E1C-BF20-FD31A39003A8}" srcOrd="1" destOrd="0" presId="urn:microsoft.com/office/officeart/2018/2/layout/IconVerticalSolidList"/>
    <dgm:cxn modelId="{67AADF7F-C29F-4CAA-BAFE-9DA4F58E7180}" type="presParOf" srcId="{C3058226-8D21-4C6F-BF60-B9E32D26A1AA}" destId="{84C5BE28-CF67-4E22-B948-73785C6DC983}" srcOrd="2" destOrd="0" presId="urn:microsoft.com/office/officeart/2018/2/layout/IconVerticalSolidList"/>
    <dgm:cxn modelId="{4EE3C3BF-B974-4357-9EED-B44F8EE49A33}" type="presParOf" srcId="{C3058226-8D21-4C6F-BF60-B9E32D26A1AA}" destId="{C1EEFC3D-8815-4395-A862-1443048B1E04}" srcOrd="3" destOrd="0" presId="urn:microsoft.com/office/officeart/2018/2/layout/IconVerticalSolidList"/>
    <dgm:cxn modelId="{41D67875-F946-4E51-A92B-055936556E91}" type="presParOf" srcId="{B367D66C-E564-452A-8B00-C16595BE3176}" destId="{256F2223-2522-4BCB-8F0B-435D504E46A4}" srcOrd="1" destOrd="0" presId="urn:microsoft.com/office/officeart/2018/2/layout/IconVerticalSolidList"/>
    <dgm:cxn modelId="{F4978FD2-6A26-4292-8C20-FB1D47C8C5D7}" type="presParOf" srcId="{B367D66C-E564-452A-8B00-C16595BE3176}" destId="{80EE54A3-1CA8-4B53-B1DA-15CCF57D31D5}" srcOrd="2" destOrd="0" presId="urn:microsoft.com/office/officeart/2018/2/layout/IconVerticalSolidList"/>
    <dgm:cxn modelId="{53B66C9E-F209-4D25-8399-539B0E335A23}" type="presParOf" srcId="{80EE54A3-1CA8-4B53-B1DA-15CCF57D31D5}" destId="{EF0187DC-684B-462E-BEAD-C22C9C600210}" srcOrd="0" destOrd="0" presId="urn:microsoft.com/office/officeart/2018/2/layout/IconVerticalSolidList"/>
    <dgm:cxn modelId="{890F8316-F072-4AF5-A23D-68B98C39F627}" type="presParOf" srcId="{80EE54A3-1CA8-4B53-B1DA-15CCF57D31D5}" destId="{073F4BD5-5D26-4F6C-A3F2-0B1CE6D04FC5}" srcOrd="1" destOrd="0" presId="urn:microsoft.com/office/officeart/2018/2/layout/IconVerticalSolidList"/>
    <dgm:cxn modelId="{D931D422-5C2C-4E84-9F78-841CD7A0533B}" type="presParOf" srcId="{80EE54A3-1CA8-4B53-B1DA-15CCF57D31D5}" destId="{97C29040-FA87-4CDB-81DD-0CE7D18D5FA8}" srcOrd="2" destOrd="0" presId="urn:microsoft.com/office/officeart/2018/2/layout/IconVerticalSolidList"/>
    <dgm:cxn modelId="{546335FB-54C4-434B-9423-241F4970A7BF}" type="presParOf" srcId="{80EE54A3-1CA8-4B53-B1DA-15CCF57D31D5}" destId="{AE45C2A9-FFE2-4892-AC80-90FE00053FF6}" srcOrd="3" destOrd="0" presId="urn:microsoft.com/office/officeart/2018/2/layout/IconVerticalSolidList"/>
    <dgm:cxn modelId="{FA552DEB-0B4A-40C3-88B5-0404A3F9B9E6}" type="presParOf" srcId="{B367D66C-E564-452A-8B00-C16595BE3176}" destId="{39D54BFD-EF4C-436D-8FF7-0DAAF960808E}" srcOrd="3" destOrd="0" presId="urn:microsoft.com/office/officeart/2018/2/layout/IconVerticalSolidList"/>
    <dgm:cxn modelId="{3CBFC2DB-01A6-49C7-8E62-7FFFB8F642B6}" type="presParOf" srcId="{B367D66C-E564-452A-8B00-C16595BE3176}" destId="{6ACB31AB-A4F6-44D0-8B21-9E3B2A77CA11}" srcOrd="4" destOrd="0" presId="urn:microsoft.com/office/officeart/2018/2/layout/IconVerticalSolidList"/>
    <dgm:cxn modelId="{B9169D93-2866-43EF-8846-DF7DE4E7779A}" type="presParOf" srcId="{6ACB31AB-A4F6-44D0-8B21-9E3B2A77CA11}" destId="{4418DD85-D43E-4CE3-8996-566624350854}" srcOrd="0" destOrd="0" presId="urn:microsoft.com/office/officeart/2018/2/layout/IconVerticalSolidList"/>
    <dgm:cxn modelId="{C345B9DC-87E2-4E5E-9191-C0489737F440}" type="presParOf" srcId="{6ACB31AB-A4F6-44D0-8B21-9E3B2A77CA11}" destId="{C4188182-8774-40BD-8A46-155C7B5A5C57}" srcOrd="1" destOrd="0" presId="urn:microsoft.com/office/officeart/2018/2/layout/IconVerticalSolidList"/>
    <dgm:cxn modelId="{F6143EB3-0230-4B41-B79F-541F024DB460}" type="presParOf" srcId="{6ACB31AB-A4F6-44D0-8B21-9E3B2A77CA11}" destId="{88E9C6C1-58EC-4E57-8B62-E9ABC0367C50}" srcOrd="2" destOrd="0" presId="urn:microsoft.com/office/officeart/2018/2/layout/IconVerticalSolidList"/>
    <dgm:cxn modelId="{B4D519F3-389C-4D11-A2F3-865AEC70E763}" type="presParOf" srcId="{6ACB31AB-A4F6-44D0-8B21-9E3B2A77CA11}" destId="{461D7028-7034-4F9C-9DFF-CB81B165D1DC}" srcOrd="3" destOrd="0" presId="urn:microsoft.com/office/officeart/2018/2/layout/IconVerticalSolidList"/>
    <dgm:cxn modelId="{BCC287AC-9509-4200-A48F-3576A302C7A7}" type="presParOf" srcId="{B367D66C-E564-452A-8B00-C16595BE3176}" destId="{EA776918-9C85-46D7-BF42-CAFB7EFB255B}" srcOrd="5" destOrd="0" presId="urn:microsoft.com/office/officeart/2018/2/layout/IconVerticalSolidList"/>
    <dgm:cxn modelId="{3A3F8F72-EA4C-4A51-9101-76B9ED4BD90B}" type="presParOf" srcId="{B367D66C-E564-452A-8B00-C16595BE3176}" destId="{D420F9EE-2CB3-43C6-AB8C-3466F5ACEAB7}" srcOrd="6" destOrd="0" presId="urn:microsoft.com/office/officeart/2018/2/layout/IconVerticalSolidList"/>
    <dgm:cxn modelId="{B55FD783-1FCF-489A-8371-5D536CDCA9DB}" type="presParOf" srcId="{D420F9EE-2CB3-43C6-AB8C-3466F5ACEAB7}" destId="{0CF8577B-2805-4528-A83D-D8E8B4DF4DE5}" srcOrd="0" destOrd="0" presId="urn:microsoft.com/office/officeart/2018/2/layout/IconVerticalSolidList"/>
    <dgm:cxn modelId="{965E61D1-4BF4-44C5-99E8-F8CB177417CA}" type="presParOf" srcId="{D420F9EE-2CB3-43C6-AB8C-3466F5ACEAB7}" destId="{FBBA0AAA-19BE-48D5-A3CE-78172F450727}" srcOrd="1" destOrd="0" presId="urn:microsoft.com/office/officeart/2018/2/layout/IconVerticalSolidList"/>
    <dgm:cxn modelId="{4F66390B-480F-4764-9AA8-A8128B0C505B}" type="presParOf" srcId="{D420F9EE-2CB3-43C6-AB8C-3466F5ACEAB7}" destId="{44C6768B-5301-4654-9BFE-0A3E15410382}" srcOrd="2" destOrd="0" presId="urn:microsoft.com/office/officeart/2018/2/layout/IconVerticalSolidList"/>
    <dgm:cxn modelId="{9726ABA6-3413-4B8E-986C-44C353D336BA}" type="presParOf" srcId="{D420F9EE-2CB3-43C6-AB8C-3466F5ACEAB7}" destId="{79EEB549-EA35-4C67-BACD-4FE040A149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B3B884E-5E1E-4453-B31E-8C3C7BEAC791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C779C6DC-EBDC-4430-BDD8-1F0D7024E520}">
      <dgm:prSet/>
      <dgm:spPr/>
      <dgm:t>
        <a:bodyPr/>
        <a:lstStyle/>
        <a:p>
          <a:r>
            <a:rPr lang="en-US"/>
            <a:t>Simulator generates data</a:t>
          </a:r>
        </a:p>
      </dgm:t>
    </dgm:pt>
    <dgm:pt modelId="{F60B63D2-7F7E-408D-BC64-9F1B97B41199}" type="parTrans" cxnId="{A5B6E302-7E7F-41FB-9AFE-682E3877B37D}">
      <dgm:prSet/>
      <dgm:spPr/>
      <dgm:t>
        <a:bodyPr/>
        <a:lstStyle/>
        <a:p>
          <a:endParaRPr lang="en-US"/>
        </a:p>
      </dgm:t>
    </dgm:pt>
    <dgm:pt modelId="{5401F08F-88FC-403A-B38A-B181A15A4C1F}" type="sibTrans" cxnId="{A5B6E302-7E7F-41FB-9AFE-682E3877B37D}">
      <dgm:prSet/>
      <dgm:spPr/>
      <dgm:t>
        <a:bodyPr/>
        <a:lstStyle/>
        <a:p>
          <a:endParaRPr lang="en-US"/>
        </a:p>
      </dgm:t>
    </dgm:pt>
    <dgm:pt modelId="{1C836782-DA2A-4267-A4C1-FD56C12A3010}">
      <dgm:prSet/>
      <dgm:spPr/>
      <dgm:t>
        <a:bodyPr/>
        <a:lstStyle/>
        <a:p>
          <a:r>
            <a:rPr lang="en-US"/>
            <a:t>Ingestion service retrieves data</a:t>
          </a:r>
        </a:p>
      </dgm:t>
    </dgm:pt>
    <dgm:pt modelId="{41EFADE5-DC22-44B4-AE0B-E64F9E2DB993}" type="parTrans" cxnId="{2B2A217D-1F6B-4B3C-914C-8171295EF213}">
      <dgm:prSet/>
      <dgm:spPr/>
      <dgm:t>
        <a:bodyPr/>
        <a:lstStyle/>
        <a:p>
          <a:endParaRPr lang="en-US"/>
        </a:p>
      </dgm:t>
    </dgm:pt>
    <dgm:pt modelId="{73AE203A-9FEB-4ECF-ABD6-25E2541C5418}" type="sibTrans" cxnId="{2B2A217D-1F6B-4B3C-914C-8171295EF213}">
      <dgm:prSet/>
      <dgm:spPr/>
      <dgm:t>
        <a:bodyPr/>
        <a:lstStyle/>
        <a:p>
          <a:endParaRPr lang="en-US"/>
        </a:p>
      </dgm:t>
    </dgm:pt>
    <dgm:pt modelId="{D0095E70-1347-4198-A44E-BEF215C73603}">
      <dgm:prSet/>
      <dgm:spPr/>
      <dgm:t>
        <a:bodyPr/>
        <a:lstStyle/>
        <a:p>
          <a:r>
            <a:rPr lang="en-US"/>
            <a:t>RabbitMQ distributes messages</a:t>
          </a:r>
        </a:p>
      </dgm:t>
    </dgm:pt>
    <dgm:pt modelId="{20CC658A-A13E-4959-B28B-D92A2AAA0BFF}" type="parTrans" cxnId="{0461A097-A859-4AFB-AF4E-1FC532BD8CBD}">
      <dgm:prSet/>
      <dgm:spPr/>
      <dgm:t>
        <a:bodyPr/>
        <a:lstStyle/>
        <a:p>
          <a:endParaRPr lang="en-US"/>
        </a:p>
      </dgm:t>
    </dgm:pt>
    <dgm:pt modelId="{863C76B9-6002-4FD6-BFF4-661CD87FC2CD}" type="sibTrans" cxnId="{0461A097-A859-4AFB-AF4E-1FC532BD8CBD}">
      <dgm:prSet/>
      <dgm:spPr/>
      <dgm:t>
        <a:bodyPr/>
        <a:lstStyle/>
        <a:p>
          <a:endParaRPr lang="en-US"/>
        </a:p>
      </dgm:t>
    </dgm:pt>
    <dgm:pt modelId="{C5382B11-663A-4E81-B62D-D7D34C6F9906}">
      <dgm:prSet/>
      <dgm:spPr/>
      <dgm:t>
        <a:bodyPr/>
        <a:lstStyle/>
        <a:p>
          <a:r>
            <a:rPr lang="en-US"/>
            <a:t>Automation service processes events</a:t>
          </a:r>
        </a:p>
      </dgm:t>
    </dgm:pt>
    <dgm:pt modelId="{1C3CD637-88A5-4C23-A4CD-C9C891FEE243}" type="parTrans" cxnId="{0E2BCA2C-6CE8-47CD-95AB-25FB50A87A8B}">
      <dgm:prSet/>
      <dgm:spPr/>
      <dgm:t>
        <a:bodyPr/>
        <a:lstStyle/>
        <a:p>
          <a:endParaRPr lang="en-US"/>
        </a:p>
      </dgm:t>
    </dgm:pt>
    <dgm:pt modelId="{BD1205E2-501C-4ED8-95C7-8780674B3A0A}" type="sibTrans" cxnId="{0E2BCA2C-6CE8-47CD-95AB-25FB50A87A8B}">
      <dgm:prSet/>
      <dgm:spPr/>
      <dgm:t>
        <a:bodyPr/>
        <a:lstStyle/>
        <a:p>
          <a:endParaRPr lang="en-US"/>
        </a:p>
      </dgm:t>
    </dgm:pt>
    <dgm:pt modelId="{CEBD2B90-F084-43AF-9FA2-31BC2DB0A2E7}">
      <dgm:prSet/>
      <dgm:spPr/>
      <dgm:t>
        <a:bodyPr/>
        <a:lstStyle/>
        <a:p>
          <a:r>
            <a:rPr lang="en-US"/>
            <a:t>API exposes data</a:t>
          </a:r>
        </a:p>
      </dgm:t>
    </dgm:pt>
    <dgm:pt modelId="{65FF872E-C64C-4402-A6F5-7AD760E7C397}" type="parTrans" cxnId="{9C5B13D5-2E95-43EE-8088-486B8266A7CD}">
      <dgm:prSet/>
      <dgm:spPr/>
      <dgm:t>
        <a:bodyPr/>
        <a:lstStyle/>
        <a:p>
          <a:endParaRPr lang="en-US"/>
        </a:p>
      </dgm:t>
    </dgm:pt>
    <dgm:pt modelId="{1F49C3A4-B071-420D-9860-C611BD044407}" type="sibTrans" cxnId="{9C5B13D5-2E95-43EE-8088-486B8266A7CD}">
      <dgm:prSet/>
      <dgm:spPr/>
      <dgm:t>
        <a:bodyPr/>
        <a:lstStyle/>
        <a:p>
          <a:endParaRPr lang="en-US"/>
        </a:p>
      </dgm:t>
    </dgm:pt>
    <dgm:pt modelId="{1B75A788-700B-45D6-9748-E7064A947D0C}">
      <dgm:prSet/>
      <dgm:spPr/>
      <dgm:t>
        <a:bodyPr/>
        <a:lstStyle/>
        <a:p>
          <a:r>
            <a:rPr lang="en-US"/>
            <a:t>Frontend displays results</a:t>
          </a:r>
        </a:p>
      </dgm:t>
    </dgm:pt>
    <dgm:pt modelId="{29922B93-A850-4049-976E-88767FB10DFA}" type="parTrans" cxnId="{134577C4-FB9B-4310-8005-6D435ACCF6F9}">
      <dgm:prSet/>
      <dgm:spPr/>
      <dgm:t>
        <a:bodyPr/>
        <a:lstStyle/>
        <a:p>
          <a:endParaRPr lang="en-US"/>
        </a:p>
      </dgm:t>
    </dgm:pt>
    <dgm:pt modelId="{AA30FC69-8EFA-431B-9656-C31667C6DFFB}" type="sibTrans" cxnId="{134577C4-FB9B-4310-8005-6D435ACCF6F9}">
      <dgm:prSet/>
      <dgm:spPr/>
      <dgm:t>
        <a:bodyPr/>
        <a:lstStyle/>
        <a:p>
          <a:endParaRPr lang="en-US"/>
        </a:p>
      </dgm:t>
    </dgm:pt>
    <dgm:pt modelId="{0704AD0A-39CA-6C4B-BBEE-E000E9198ED5}" type="pres">
      <dgm:prSet presAssocID="{8B3B884E-5E1E-4453-B31E-8C3C7BEAC791}" presName="vert0" presStyleCnt="0">
        <dgm:presLayoutVars>
          <dgm:dir/>
          <dgm:animOne val="branch"/>
          <dgm:animLvl val="lvl"/>
        </dgm:presLayoutVars>
      </dgm:prSet>
      <dgm:spPr/>
    </dgm:pt>
    <dgm:pt modelId="{172E0E29-3E6F-8449-9FE0-94539AE5E3CE}" type="pres">
      <dgm:prSet presAssocID="{C779C6DC-EBDC-4430-BDD8-1F0D7024E520}" presName="thickLine" presStyleLbl="alignNode1" presStyleIdx="0" presStyleCnt="6"/>
      <dgm:spPr/>
    </dgm:pt>
    <dgm:pt modelId="{87F44819-F6CD-1046-B731-796B934DE0E0}" type="pres">
      <dgm:prSet presAssocID="{C779C6DC-EBDC-4430-BDD8-1F0D7024E520}" presName="horz1" presStyleCnt="0"/>
      <dgm:spPr/>
    </dgm:pt>
    <dgm:pt modelId="{35B58DC0-7427-4D44-8018-85A97494C823}" type="pres">
      <dgm:prSet presAssocID="{C779C6DC-EBDC-4430-BDD8-1F0D7024E520}" presName="tx1" presStyleLbl="revTx" presStyleIdx="0" presStyleCnt="6"/>
      <dgm:spPr/>
    </dgm:pt>
    <dgm:pt modelId="{76E1F623-C5EC-CA4A-BE62-703E8CF3EB37}" type="pres">
      <dgm:prSet presAssocID="{C779C6DC-EBDC-4430-BDD8-1F0D7024E520}" presName="vert1" presStyleCnt="0"/>
      <dgm:spPr/>
    </dgm:pt>
    <dgm:pt modelId="{9F4243AD-7891-FC43-96B4-67A941675887}" type="pres">
      <dgm:prSet presAssocID="{1C836782-DA2A-4267-A4C1-FD56C12A3010}" presName="thickLine" presStyleLbl="alignNode1" presStyleIdx="1" presStyleCnt="6"/>
      <dgm:spPr/>
    </dgm:pt>
    <dgm:pt modelId="{15F49B4D-1F82-164E-9573-72FF32FB4543}" type="pres">
      <dgm:prSet presAssocID="{1C836782-DA2A-4267-A4C1-FD56C12A3010}" presName="horz1" presStyleCnt="0"/>
      <dgm:spPr/>
    </dgm:pt>
    <dgm:pt modelId="{2F703F05-3BA3-8B4D-B3B1-840C15D50B4F}" type="pres">
      <dgm:prSet presAssocID="{1C836782-DA2A-4267-A4C1-FD56C12A3010}" presName="tx1" presStyleLbl="revTx" presStyleIdx="1" presStyleCnt="6"/>
      <dgm:spPr/>
    </dgm:pt>
    <dgm:pt modelId="{E4901566-345B-DC4E-A508-102721A4888F}" type="pres">
      <dgm:prSet presAssocID="{1C836782-DA2A-4267-A4C1-FD56C12A3010}" presName="vert1" presStyleCnt="0"/>
      <dgm:spPr/>
    </dgm:pt>
    <dgm:pt modelId="{563EEE37-E212-7E43-BF97-6B2D5DCC397F}" type="pres">
      <dgm:prSet presAssocID="{D0095E70-1347-4198-A44E-BEF215C73603}" presName="thickLine" presStyleLbl="alignNode1" presStyleIdx="2" presStyleCnt="6"/>
      <dgm:spPr/>
    </dgm:pt>
    <dgm:pt modelId="{DF0C968C-F556-2C4B-AD32-E40C378EB971}" type="pres">
      <dgm:prSet presAssocID="{D0095E70-1347-4198-A44E-BEF215C73603}" presName="horz1" presStyleCnt="0"/>
      <dgm:spPr/>
    </dgm:pt>
    <dgm:pt modelId="{99716F32-EEDA-4A40-A1E8-5435574EEE9B}" type="pres">
      <dgm:prSet presAssocID="{D0095E70-1347-4198-A44E-BEF215C73603}" presName="tx1" presStyleLbl="revTx" presStyleIdx="2" presStyleCnt="6"/>
      <dgm:spPr/>
    </dgm:pt>
    <dgm:pt modelId="{06DB4540-37CF-9B48-AA09-A5EE391A9C1F}" type="pres">
      <dgm:prSet presAssocID="{D0095E70-1347-4198-A44E-BEF215C73603}" presName="vert1" presStyleCnt="0"/>
      <dgm:spPr/>
    </dgm:pt>
    <dgm:pt modelId="{6178DF7F-B8A8-A043-9BC0-91354CC7D738}" type="pres">
      <dgm:prSet presAssocID="{C5382B11-663A-4E81-B62D-D7D34C6F9906}" presName="thickLine" presStyleLbl="alignNode1" presStyleIdx="3" presStyleCnt="6"/>
      <dgm:spPr/>
    </dgm:pt>
    <dgm:pt modelId="{485F0A03-D73B-014D-8669-5CAE757B5891}" type="pres">
      <dgm:prSet presAssocID="{C5382B11-663A-4E81-B62D-D7D34C6F9906}" presName="horz1" presStyleCnt="0"/>
      <dgm:spPr/>
    </dgm:pt>
    <dgm:pt modelId="{5F1D421F-340E-784E-A013-E168FF9932E5}" type="pres">
      <dgm:prSet presAssocID="{C5382B11-663A-4E81-B62D-D7D34C6F9906}" presName="tx1" presStyleLbl="revTx" presStyleIdx="3" presStyleCnt="6"/>
      <dgm:spPr/>
    </dgm:pt>
    <dgm:pt modelId="{F27B073D-B417-0E42-9716-8A0F8B8B6D10}" type="pres">
      <dgm:prSet presAssocID="{C5382B11-663A-4E81-B62D-D7D34C6F9906}" presName="vert1" presStyleCnt="0"/>
      <dgm:spPr/>
    </dgm:pt>
    <dgm:pt modelId="{BCBB9E20-4A6D-0E48-AD83-23A95909CA1E}" type="pres">
      <dgm:prSet presAssocID="{CEBD2B90-F084-43AF-9FA2-31BC2DB0A2E7}" presName="thickLine" presStyleLbl="alignNode1" presStyleIdx="4" presStyleCnt="6"/>
      <dgm:spPr/>
    </dgm:pt>
    <dgm:pt modelId="{174AA8A7-2692-A748-9980-8E2EA2228254}" type="pres">
      <dgm:prSet presAssocID="{CEBD2B90-F084-43AF-9FA2-31BC2DB0A2E7}" presName="horz1" presStyleCnt="0"/>
      <dgm:spPr/>
    </dgm:pt>
    <dgm:pt modelId="{36568FE5-0AA3-F843-BBC7-3D3A8FAC55F0}" type="pres">
      <dgm:prSet presAssocID="{CEBD2B90-F084-43AF-9FA2-31BC2DB0A2E7}" presName="tx1" presStyleLbl="revTx" presStyleIdx="4" presStyleCnt="6"/>
      <dgm:spPr/>
    </dgm:pt>
    <dgm:pt modelId="{E048C5D2-C38D-7643-BB2C-FB8D11C0A3AF}" type="pres">
      <dgm:prSet presAssocID="{CEBD2B90-F084-43AF-9FA2-31BC2DB0A2E7}" presName="vert1" presStyleCnt="0"/>
      <dgm:spPr/>
    </dgm:pt>
    <dgm:pt modelId="{102F5CA4-0484-794B-A22C-E23AE5FE4AA9}" type="pres">
      <dgm:prSet presAssocID="{1B75A788-700B-45D6-9748-E7064A947D0C}" presName="thickLine" presStyleLbl="alignNode1" presStyleIdx="5" presStyleCnt="6"/>
      <dgm:spPr/>
    </dgm:pt>
    <dgm:pt modelId="{2383D3AB-4ED0-584B-B14C-7B782E9FA6EB}" type="pres">
      <dgm:prSet presAssocID="{1B75A788-700B-45D6-9748-E7064A947D0C}" presName="horz1" presStyleCnt="0"/>
      <dgm:spPr/>
    </dgm:pt>
    <dgm:pt modelId="{BB35BD25-1848-874D-91DA-04E6A4725071}" type="pres">
      <dgm:prSet presAssocID="{1B75A788-700B-45D6-9748-E7064A947D0C}" presName="tx1" presStyleLbl="revTx" presStyleIdx="5" presStyleCnt="6"/>
      <dgm:spPr/>
    </dgm:pt>
    <dgm:pt modelId="{360BDCE8-CB8F-DB4C-A61C-EBEE7DACE107}" type="pres">
      <dgm:prSet presAssocID="{1B75A788-700B-45D6-9748-E7064A947D0C}" presName="vert1" presStyleCnt="0"/>
      <dgm:spPr/>
    </dgm:pt>
  </dgm:ptLst>
  <dgm:cxnLst>
    <dgm:cxn modelId="{A5B6E302-7E7F-41FB-9AFE-682E3877B37D}" srcId="{8B3B884E-5E1E-4453-B31E-8C3C7BEAC791}" destId="{C779C6DC-EBDC-4430-BDD8-1F0D7024E520}" srcOrd="0" destOrd="0" parTransId="{F60B63D2-7F7E-408D-BC64-9F1B97B41199}" sibTransId="{5401F08F-88FC-403A-B38A-B181A15A4C1F}"/>
    <dgm:cxn modelId="{9CFDB710-C608-064B-8B45-19FF6A6FA11C}" type="presOf" srcId="{CEBD2B90-F084-43AF-9FA2-31BC2DB0A2E7}" destId="{36568FE5-0AA3-F843-BBC7-3D3A8FAC55F0}" srcOrd="0" destOrd="0" presId="urn:microsoft.com/office/officeart/2008/layout/LinedList"/>
    <dgm:cxn modelId="{0E2BCA2C-6CE8-47CD-95AB-25FB50A87A8B}" srcId="{8B3B884E-5E1E-4453-B31E-8C3C7BEAC791}" destId="{C5382B11-663A-4E81-B62D-D7D34C6F9906}" srcOrd="3" destOrd="0" parTransId="{1C3CD637-88A5-4C23-A4CD-C9C891FEE243}" sibTransId="{BD1205E2-501C-4ED8-95C7-8780674B3A0A}"/>
    <dgm:cxn modelId="{CE8BC82E-86FC-3E41-95CD-6F7EF8772BD8}" type="presOf" srcId="{8B3B884E-5E1E-4453-B31E-8C3C7BEAC791}" destId="{0704AD0A-39CA-6C4B-BBEE-E000E9198ED5}" srcOrd="0" destOrd="0" presId="urn:microsoft.com/office/officeart/2008/layout/LinedList"/>
    <dgm:cxn modelId="{F5AB9D7A-E484-2A4E-828F-0AAA5944009A}" type="presOf" srcId="{1B75A788-700B-45D6-9748-E7064A947D0C}" destId="{BB35BD25-1848-874D-91DA-04E6A4725071}" srcOrd="0" destOrd="0" presId="urn:microsoft.com/office/officeart/2008/layout/LinedList"/>
    <dgm:cxn modelId="{2B2A217D-1F6B-4B3C-914C-8171295EF213}" srcId="{8B3B884E-5E1E-4453-B31E-8C3C7BEAC791}" destId="{1C836782-DA2A-4267-A4C1-FD56C12A3010}" srcOrd="1" destOrd="0" parTransId="{41EFADE5-DC22-44B4-AE0B-E64F9E2DB993}" sibTransId="{73AE203A-9FEB-4ECF-ABD6-25E2541C5418}"/>
    <dgm:cxn modelId="{0461A097-A859-4AFB-AF4E-1FC532BD8CBD}" srcId="{8B3B884E-5E1E-4453-B31E-8C3C7BEAC791}" destId="{D0095E70-1347-4198-A44E-BEF215C73603}" srcOrd="2" destOrd="0" parTransId="{20CC658A-A13E-4959-B28B-D92A2AAA0BFF}" sibTransId="{863C76B9-6002-4FD6-BFF4-661CD87FC2CD}"/>
    <dgm:cxn modelId="{560DFDA7-73CD-D24E-ABE4-DAFDC0DB6479}" type="presOf" srcId="{C779C6DC-EBDC-4430-BDD8-1F0D7024E520}" destId="{35B58DC0-7427-4D44-8018-85A97494C823}" srcOrd="0" destOrd="0" presId="urn:microsoft.com/office/officeart/2008/layout/LinedList"/>
    <dgm:cxn modelId="{8B1A57AD-894D-7247-95D2-42067485DF2F}" type="presOf" srcId="{1C836782-DA2A-4267-A4C1-FD56C12A3010}" destId="{2F703F05-3BA3-8B4D-B3B1-840C15D50B4F}" srcOrd="0" destOrd="0" presId="urn:microsoft.com/office/officeart/2008/layout/LinedList"/>
    <dgm:cxn modelId="{602180B2-2B8F-6F46-B2A7-5B30AC53BD64}" type="presOf" srcId="{D0095E70-1347-4198-A44E-BEF215C73603}" destId="{99716F32-EEDA-4A40-A1E8-5435574EEE9B}" srcOrd="0" destOrd="0" presId="urn:microsoft.com/office/officeart/2008/layout/LinedList"/>
    <dgm:cxn modelId="{134577C4-FB9B-4310-8005-6D435ACCF6F9}" srcId="{8B3B884E-5E1E-4453-B31E-8C3C7BEAC791}" destId="{1B75A788-700B-45D6-9748-E7064A947D0C}" srcOrd="5" destOrd="0" parTransId="{29922B93-A850-4049-976E-88767FB10DFA}" sibTransId="{AA30FC69-8EFA-431B-9656-C31667C6DFFB}"/>
    <dgm:cxn modelId="{9C5B13D5-2E95-43EE-8088-486B8266A7CD}" srcId="{8B3B884E-5E1E-4453-B31E-8C3C7BEAC791}" destId="{CEBD2B90-F084-43AF-9FA2-31BC2DB0A2E7}" srcOrd="4" destOrd="0" parTransId="{65FF872E-C64C-4402-A6F5-7AD760E7C397}" sibTransId="{1F49C3A4-B071-420D-9860-C611BD044407}"/>
    <dgm:cxn modelId="{19D532D9-2799-1740-817C-0CD4142E5A10}" type="presOf" srcId="{C5382B11-663A-4E81-B62D-D7D34C6F9906}" destId="{5F1D421F-340E-784E-A013-E168FF9932E5}" srcOrd="0" destOrd="0" presId="urn:microsoft.com/office/officeart/2008/layout/LinedList"/>
    <dgm:cxn modelId="{8A35A0A1-0E39-A949-9D2F-B7802079A29E}" type="presParOf" srcId="{0704AD0A-39CA-6C4B-BBEE-E000E9198ED5}" destId="{172E0E29-3E6F-8449-9FE0-94539AE5E3CE}" srcOrd="0" destOrd="0" presId="urn:microsoft.com/office/officeart/2008/layout/LinedList"/>
    <dgm:cxn modelId="{CF60E0FC-20AA-0C46-9CA8-F7813D4EFC00}" type="presParOf" srcId="{0704AD0A-39CA-6C4B-BBEE-E000E9198ED5}" destId="{87F44819-F6CD-1046-B731-796B934DE0E0}" srcOrd="1" destOrd="0" presId="urn:microsoft.com/office/officeart/2008/layout/LinedList"/>
    <dgm:cxn modelId="{0C7472FE-3318-F746-8F44-F639E9364533}" type="presParOf" srcId="{87F44819-F6CD-1046-B731-796B934DE0E0}" destId="{35B58DC0-7427-4D44-8018-85A97494C823}" srcOrd="0" destOrd="0" presId="urn:microsoft.com/office/officeart/2008/layout/LinedList"/>
    <dgm:cxn modelId="{10CE1070-76E5-AC46-AEBE-20208BF3E4D3}" type="presParOf" srcId="{87F44819-F6CD-1046-B731-796B934DE0E0}" destId="{76E1F623-C5EC-CA4A-BE62-703E8CF3EB37}" srcOrd="1" destOrd="0" presId="urn:microsoft.com/office/officeart/2008/layout/LinedList"/>
    <dgm:cxn modelId="{24857C6C-3049-1F47-B3F5-A15D6A20A7A0}" type="presParOf" srcId="{0704AD0A-39CA-6C4B-BBEE-E000E9198ED5}" destId="{9F4243AD-7891-FC43-96B4-67A941675887}" srcOrd="2" destOrd="0" presId="urn:microsoft.com/office/officeart/2008/layout/LinedList"/>
    <dgm:cxn modelId="{BA437DD1-FFB3-F548-8F03-C8A8CF4BDD91}" type="presParOf" srcId="{0704AD0A-39CA-6C4B-BBEE-E000E9198ED5}" destId="{15F49B4D-1F82-164E-9573-72FF32FB4543}" srcOrd="3" destOrd="0" presId="urn:microsoft.com/office/officeart/2008/layout/LinedList"/>
    <dgm:cxn modelId="{43C2A4FF-25D4-9D49-9C0E-36B983141103}" type="presParOf" srcId="{15F49B4D-1F82-164E-9573-72FF32FB4543}" destId="{2F703F05-3BA3-8B4D-B3B1-840C15D50B4F}" srcOrd="0" destOrd="0" presId="urn:microsoft.com/office/officeart/2008/layout/LinedList"/>
    <dgm:cxn modelId="{550A6A54-99B2-2946-8CF4-3AA001E9B332}" type="presParOf" srcId="{15F49B4D-1F82-164E-9573-72FF32FB4543}" destId="{E4901566-345B-DC4E-A508-102721A4888F}" srcOrd="1" destOrd="0" presId="urn:microsoft.com/office/officeart/2008/layout/LinedList"/>
    <dgm:cxn modelId="{FCD14C72-E297-8C47-8947-F2F5553148A0}" type="presParOf" srcId="{0704AD0A-39CA-6C4B-BBEE-E000E9198ED5}" destId="{563EEE37-E212-7E43-BF97-6B2D5DCC397F}" srcOrd="4" destOrd="0" presId="urn:microsoft.com/office/officeart/2008/layout/LinedList"/>
    <dgm:cxn modelId="{4A974A7E-4048-B441-AA1A-96B7F2086F29}" type="presParOf" srcId="{0704AD0A-39CA-6C4B-BBEE-E000E9198ED5}" destId="{DF0C968C-F556-2C4B-AD32-E40C378EB971}" srcOrd="5" destOrd="0" presId="urn:microsoft.com/office/officeart/2008/layout/LinedList"/>
    <dgm:cxn modelId="{3EF09DE1-E59A-8145-9F68-BB8D4E8AA925}" type="presParOf" srcId="{DF0C968C-F556-2C4B-AD32-E40C378EB971}" destId="{99716F32-EEDA-4A40-A1E8-5435574EEE9B}" srcOrd="0" destOrd="0" presId="urn:microsoft.com/office/officeart/2008/layout/LinedList"/>
    <dgm:cxn modelId="{A1282AA6-62A6-5343-B08B-45A29A54E9B7}" type="presParOf" srcId="{DF0C968C-F556-2C4B-AD32-E40C378EB971}" destId="{06DB4540-37CF-9B48-AA09-A5EE391A9C1F}" srcOrd="1" destOrd="0" presId="urn:microsoft.com/office/officeart/2008/layout/LinedList"/>
    <dgm:cxn modelId="{73C2458E-1BC1-5B4B-8FD5-374AEDB66B45}" type="presParOf" srcId="{0704AD0A-39CA-6C4B-BBEE-E000E9198ED5}" destId="{6178DF7F-B8A8-A043-9BC0-91354CC7D738}" srcOrd="6" destOrd="0" presId="urn:microsoft.com/office/officeart/2008/layout/LinedList"/>
    <dgm:cxn modelId="{6EF5EBB6-AAEC-AA45-9C13-1DC999855313}" type="presParOf" srcId="{0704AD0A-39CA-6C4B-BBEE-E000E9198ED5}" destId="{485F0A03-D73B-014D-8669-5CAE757B5891}" srcOrd="7" destOrd="0" presId="urn:microsoft.com/office/officeart/2008/layout/LinedList"/>
    <dgm:cxn modelId="{7131E77B-088A-0245-91D3-A6262E290E4C}" type="presParOf" srcId="{485F0A03-D73B-014D-8669-5CAE757B5891}" destId="{5F1D421F-340E-784E-A013-E168FF9932E5}" srcOrd="0" destOrd="0" presId="urn:microsoft.com/office/officeart/2008/layout/LinedList"/>
    <dgm:cxn modelId="{7ABCDC4B-537E-494F-B798-E5576EFA4C96}" type="presParOf" srcId="{485F0A03-D73B-014D-8669-5CAE757B5891}" destId="{F27B073D-B417-0E42-9716-8A0F8B8B6D10}" srcOrd="1" destOrd="0" presId="urn:microsoft.com/office/officeart/2008/layout/LinedList"/>
    <dgm:cxn modelId="{15644AFC-92FB-504D-92C8-4D18313ECEAE}" type="presParOf" srcId="{0704AD0A-39CA-6C4B-BBEE-E000E9198ED5}" destId="{BCBB9E20-4A6D-0E48-AD83-23A95909CA1E}" srcOrd="8" destOrd="0" presId="urn:microsoft.com/office/officeart/2008/layout/LinedList"/>
    <dgm:cxn modelId="{7FCE04BA-B982-1F41-B211-75D4FCC1EF38}" type="presParOf" srcId="{0704AD0A-39CA-6C4B-BBEE-E000E9198ED5}" destId="{174AA8A7-2692-A748-9980-8E2EA2228254}" srcOrd="9" destOrd="0" presId="urn:microsoft.com/office/officeart/2008/layout/LinedList"/>
    <dgm:cxn modelId="{3FB847E9-445E-7649-A145-342F85154957}" type="presParOf" srcId="{174AA8A7-2692-A748-9980-8E2EA2228254}" destId="{36568FE5-0AA3-F843-BBC7-3D3A8FAC55F0}" srcOrd="0" destOrd="0" presId="urn:microsoft.com/office/officeart/2008/layout/LinedList"/>
    <dgm:cxn modelId="{D14D0B53-03EF-B542-B2CE-C3E92AAC9125}" type="presParOf" srcId="{174AA8A7-2692-A748-9980-8E2EA2228254}" destId="{E048C5D2-C38D-7643-BB2C-FB8D11C0A3AF}" srcOrd="1" destOrd="0" presId="urn:microsoft.com/office/officeart/2008/layout/LinedList"/>
    <dgm:cxn modelId="{AAE06742-1DEF-E241-B21F-70F6514C01B4}" type="presParOf" srcId="{0704AD0A-39CA-6C4B-BBEE-E000E9198ED5}" destId="{102F5CA4-0484-794B-A22C-E23AE5FE4AA9}" srcOrd="10" destOrd="0" presId="urn:microsoft.com/office/officeart/2008/layout/LinedList"/>
    <dgm:cxn modelId="{0AC958AA-BD35-104F-B661-CF0CB8EEF035}" type="presParOf" srcId="{0704AD0A-39CA-6C4B-BBEE-E000E9198ED5}" destId="{2383D3AB-4ED0-584B-B14C-7B782E9FA6EB}" srcOrd="11" destOrd="0" presId="urn:microsoft.com/office/officeart/2008/layout/LinedList"/>
    <dgm:cxn modelId="{7E6F8498-8802-8C43-8F03-D2036C920544}" type="presParOf" srcId="{2383D3AB-4ED0-584B-B14C-7B782E9FA6EB}" destId="{BB35BD25-1848-874D-91DA-04E6A4725071}" srcOrd="0" destOrd="0" presId="urn:microsoft.com/office/officeart/2008/layout/LinedList"/>
    <dgm:cxn modelId="{7A5F4595-261E-2847-9363-5F57E615E9B1}" type="presParOf" srcId="{2383D3AB-4ED0-584B-B14C-7B782E9FA6EB}" destId="{360BDCE8-CB8F-DB4C-A61C-EBEE7DACE1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46B72AF-F002-4F6A-8743-2146D082ACC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1C81AC8-E16D-4D96-B1B8-A5CF0F9CF258}">
      <dgm:prSet/>
      <dgm:spPr/>
      <dgm:t>
        <a:bodyPr/>
        <a:lstStyle/>
        <a:p>
          <a:pPr>
            <a:defRPr cap="all"/>
          </a:pPr>
          <a:r>
            <a:rPr lang="en-US"/>
            <a:t>Event-driven architecture</a:t>
          </a:r>
        </a:p>
      </dgm:t>
    </dgm:pt>
    <dgm:pt modelId="{76A1EED3-C74B-461B-A920-F4E656181914}" type="parTrans" cxnId="{31E13AA3-20B9-4C3F-A9DB-FBF761CF65E8}">
      <dgm:prSet/>
      <dgm:spPr/>
      <dgm:t>
        <a:bodyPr/>
        <a:lstStyle/>
        <a:p>
          <a:endParaRPr lang="en-US"/>
        </a:p>
      </dgm:t>
    </dgm:pt>
    <dgm:pt modelId="{E38694F1-E439-4184-908F-B0B49C6DF7D5}" type="sibTrans" cxnId="{31E13AA3-20B9-4C3F-A9DB-FBF761CF65E8}">
      <dgm:prSet/>
      <dgm:spPr/>
      <dgm:t>
        <a:bodyPr/>
        <a:lstStyle/>
        <a:p>
          <a:endParaRPr lang="en-US"/>
        </a:p>
      </dgm:t>
    </dgm:pt>
    <dgm:pt modelId="{D466C393-5FF8-4AEB-AA2E-BED55D4E1219}">
      <dgm:prSet/>
      <dgm:spPr/>
      <dgm:t>
        <a:bodyPr/>
        <a:lstStyle/>
        <a:p>
          <a:pPr>
            <a:defRPr cap="all"/>
          </a:pPr>
          <a:r>
            <a:rPr lang="en-US"/>
            <a:t>Real-time processing</a:t>
          </a:r>
        </a:p>
      </dgm:t>
    </dgm:pt>
    <dgm:pt modelId="{6EA5605D-B8FA-4D1A-9AB4-B1643C4370D3}" type="parTrans" cxnId="{0E68D7DA-4E6A-4220-9C20-3ED5072A5B85}">
      <dgm:prSet/>
      <dgm:spPr/>
      <dgm:t>
        <a:bodyPr/>
        <a:lstStyle/>
        <a:p>
          <a:endParaRPr lang="en-US"/>
        </a:p>
      </dgm:t>
    </dgm:pt>
    <dgm:pt modelId="{8E448AB5-6DA2-477D-86CF-6DF732A7A1A1}" type="sibTrans" cxnId="{0E68D7DA-4E6A-4220-9C20-3ED5072A5B85}">
      <dgm:prSet/>
      <dgm:spPr/>
      <dgm:t>
        <a:bodyPr/>
        <a:lstStyle/>
        <a:p>
          <a:endParaRPr lang="en-US"/>
        </a:p>
      </dgm:t>
    </dgm:pt>
    <dgm:pt modelId="{FB69D4BD-0E6B-47CF-932B-682AF8670C7B}">
      <dgm:prSet/>
      <dgm:spPr/>
      <dgm:t>
        <a:bodyPr/>
        <a:lstStyle/>
        <a:p>
          <a:pPr>
            <a:defRPr cap="all"/>
          </a:pPr>
          <a:r>
            <a:rPr lang="en-US"/>
            <a:t>Microservice design</a:t>
          </a:r>
        </a:p>
      </dgm:t>
    </dgm:pt>
    <dgm:pt modelId="{4679EA72-F87B-45A1-B8A9-1580F21ECB2B}" type="parTrans" cxnId="{B6BEDA9E-6C01-468C-9443-EB839B311A99}">
      <dgm:prSet/>
      <dgm:spPr/>
      <dgm:t>
        <a:bodyPr/>
        <a:lstStyle/>
        <a:p>
          <a:endParaRPr lang="en-US"/>
        </a:p>
      </dgm:t>
    </dgm:pt>
    <dgm:pt modelId="{F2316DD6-2AA2-498D-B13D-930F693AD02C}" type="sibTrans" cxnId="{B6BEDA9E-6C01-468C-9443-EB839B311A99}">
      <dgm:prSet/>
      <dgm:spPr/>
      <dgm:t>
        <a:bodyPr/>
        <a:lstStyle/>
        <a:p>
          <a:endParaRPr lang="en-US"/>
        </a:p>
      </dgm:t>
    </dgm:pt>
    <dgm:pt modelId="{9FEA9256-1970-4711-815F-8DBF3EFC997B}">
      <dgm:prSet/>
      <dgm:spPr/>
      <dgm:t>
        <a:bodyPr/>
        <a:lstStyle/>
        <a:p>
          <a:pPr>
            <a:defRPr cap="all"/>
          </a:pPr>
          <a:r>
            <a:rPr lang="en-US"/>
            <a:t>Containerized deployment</a:t>
          </a:r>
        </a:p>
      </dgm:t>
    </dgm:pt>
    <dgm:pt modelId="{B4BB6C38-A4B7-4497-A28F-0E0F185D7A31}" type="parTrans" cxnId="{167E8C02-9603-470D-ACBC-1BCE888D5598}">
      <dgm:prSet/>
      <dgm:spPr/>
      <dgm:t>
        <a:bodyPr/>
        <a:lstStyle/>
        <a:p>
          <a:endParaRPr lang="en-US"/>
        </a:p>
      </dgm:t>
    </dgm:pt>
    <dgm:pt modelId="{5B99074F-8AFB-48DE-9BB6-4AB68CCAA01E}" type="sibTrans" cxnId="{167E8C02-9603-470D-ACBC-1BCE888D5598}">
      <dgm:prSet/>
      <dgm:spPr/>
      <dgm:t>
        <a:bodyPr/>
        <a:lstStyle/>
        <a:p>
          <a:endParaRPr lang="en-US"/>
        </a:p>
      </dgm:t>
    </dgm:pt>
    <dgm:pt modelId="{47BD8515-D7BA-4F35-885F-8F7856B14485}">
      <dgm:prSet/>
      <dgm:spPr/>
      <dgm:t>
        <a:bodyPr/>
        <a:lstStyle/>
        <a:p>
          <a:pPr>
            <a:defRPr cap="all"/>
          </a:pPr>
          <a:r>
            <a:rPr lang="en-US"/>
            <a:t>Interactive monitoring dashboard</a:t>
          </a:r>
        </a:p>
      </dgm:t>
    </dgm:pt>
    <dgm:pt modelId="{84965822-E4B4-4D73-9A89-A8B3E1730D78}" type="parTrans" cxnId="{6750873C-539B-4E1B-954A-FEF9826157A3}">
      <dgm:prSet/>
      <dgm:spPr/>
      <dgm:t>
        <a:bodyPr/>
        <a:lstStyle/>
        <a:p>
          <a:endParaRPr lang="en-US"/>
        </a:p>
      </dgm:t>
    </dgm:pt>
    <dgm:pt modelId="{55D4879A-5EBB-4B7A-A5AF-D8960AA2291E}" type="sibTrans" cxnId="{6750873C-539B-4E1B-954A-FEF9826157A3}">
      <dgm:prSet/>
      <dgm:spPr/>
      <dgm:t>
        <a:bodyPr/>
        <a:lstStyle/>
        <a:p>
          <a:endParaRPr lang="en-US"/>
        </a:p>
      </dgm:t>
    </dgm:pt>
    <dgm:pt modelId="{1CA3B449-F188-4374-9FF7-C9EE427DEF1F}" type="pres">
      <dgm:prSet presAssocID="{546B72AF-F002-4F6A-8743-2146D082ACC0}" presName="root" presStyleCnt="0">
        <dgm:presLayoutVars>
          <dgm:dir/>
          <dgm:resizeHandles val="exact"/>
        </dgm:presLayoutVars>
      </dgm:prSet>
      <dgm:spPr/>
    </dgm:pt>
    <dgm:pt modelId="{8A08B61E-20E5-47DB-A14A-E64124194A49}" type="pres">
      <dgm:prSet presAssocID="{31C81AC8-E16D-4D96-B1B8-A5CF0F9CF258}" presName="compNode" presStyleCnt="0"/>
      <dgm:spPr/>
    </dgm:pt>
    <dgm:pt modelId="{7236D59E-EDA4-4137-9D89-3A80F01784C2}" type="pres">
      <dgm:prSet presAssocID="{31C81AC8-E16D-4D96-B1B8-A5CF0F9CF258}" presName="iconBgRect" presStyleLbl="bgShp" presStyleIdx="0" presStyleCnt="5"/>
      <dgm:spPr/>
    </dgm:pt>
    <dgm:pt modelId="{821D28FD-05FC-447B-BABB-16E4EA572640}" type="pres">
      <dgm:prSet presAssocID="{31C81AC8-E16D-4D96-B1B8-A5CF0F9CF25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4FD88878-57C8-4168-ACA1-5ADE6F67E972}" type="pres">
      <dgm:prSet presAssocID="{31C81AC8-E16D-4D96-B1B8-A5CF0F9CF258}" presName="spaceRect" presStyleCnt="0"/>
      <dgm:spPr/>
    </dgm:pt>
    <dgm:pt modelId="{B0F120B9-E150-47C7-89D5-D7183E59559C}" type="pres">
      <dgm:prSet presAssocID="{31C81AC8-E16D-4D96-B1B8-A5CF0F9CF258}" presName="textRect" presStyleLbl="revTx" presStyleIdx="0" presStyleCnt="5">
        <dgm:presLayoutVars>
          <dgm:chMax val="1"/>
          <dgm:chPref val="1"/>
        </dgm:presLayoutVars>
      </dgm:prSet>
      <dgm:spPr/>
    </dgm:pt>
    <dgm:pt modelId="{B5F949E7-8509-497E-91C9-C6736D493F99}" type="pres">
      <dgm:prSet presAssocID="{E38694F1-E439-4184-908F-B0B49C6DF7D5}" presName="sibTrans" presStyleCnt="0"/>
      <dgm:spPr/>
    </dgm:pt>
    <dgm:pt modelId="{EF104E80-5EAC-43BA-BD14-3BC3D2A4090B}" type="pres">
      <dgm:prSet presAssocID="{D466C393-5FF8-4AEB-AA2E-BED55D4E1219}" presName="compNode" presStyleCnt="0"/>
      <dgm:spPr/>
    </dgm:pt>
    <dgm:pt modelId="{E0CE7AAC-46B4-489F-8BB9-3B95E831AA22}" type="pres">
      <dgm:prSet presAssocID="{D466C393-5FF8-4AEB-AA2E-BED55D4E1219}" presName="iconBgRect" presStyleLbl="bgShp" presStyleIdx="1" presStyleCnt="5"/>
      <dgm:spPr/>
    </dgm:pt>
    <dgm:pt modelId="{DAAC1E8F-58B5-449B-9CC0-2E868FE7B3A3}" type="pres">
      <dgm:prSet presAssocID="{D466C393-5FF8-4AEB-AA2E-BED55D4E121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027DD4A-2C66-4167-80D8-1129F7C5497A}" type="pres">
      <dgm:prSet presAssocID="{D466C393-5FF8-4AEB-AA2E-BED55D4E1219}" presName="spaceRect" presStyleCnt="0"/>
      <dgm:spPr/>
    </dgm:pt>
    <dgm:pt modelId="{074B2093-A592-4ABB-98F7-41643D9C8887}" type="pres">
      <dgm:prSet presAssocID="{D466C393-5FF8-4AEB-AA2E-BED55D4E1219}" presName="textRect" presStyleLbl="revTx" presStyleIdx="1" presStyleCnt="5">
        <dgm:presLayoutVars>
          <dgm:chMax val="1"/>
          <dgm:chPref val="1"/>
        </dgm:presLayoutVars>
      </dgm:prSet>
      <dgm:spPr/>
    </dgm:pt>
    <dgm:pt modelId="{BCF493B1-FA3C-46BE-8199-A77670C56228}" type="pres">
      <dgm:prSet presAssocID="{8E448AB5-6DA2-477D-86CF-6DF732A7A1A1}" presName="sibTrans" presStyleCnt="0"/>
      <dgm:spPr/>
    </dgm:pt>
    <dgm:pt modelId="{705C6E27-0392-4ED8-A39C-7B58557496DF}" type="pres">
      <dgm:prSet presAssocID="{FB69D4BD-0E6B-47CF-932B-682AF8670C7B}" presName="compNode" presStyleCnt="0"/>
      <dgm:spPr/>
    </dgm:pt>
    <dgm:pt modelId="{CF82F80C-59E6-4161-BA91-23A0EA7D4F46}" type="pres">
      <dgm:prSet presAssocID="{FB69D4BD-0E6B-47CF-932B-682AF8670C7B}" presName="iconBgRect" presStyleLbl="bgShp" presStyleIdx="2" presStyleCnt="5"/>
      <dgm:spPr/>
    </dgm:pt>
    <dgm:pt modelId="{AB4B6A34-BFBE-466C-9BF6-FEB650734A84}" type="pres">
      <dgm:prSet presAssocID="{FB69D4BD-0E6B-47CF-932B-682AF8670C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4DAA6671-B1CF-472E-A142-208CF0E7F42F}" type="pres">
      <dgm:prSet presAssocID="{FB69D4BD-0E6B-47CF-932B-682AF8670C7B}" presName="spaceRect" presStyleCnt="0"/>
      <dgm:spPr/>
    </dgm:pt>
    <dgm:pt modelId="{5B12AE77-9ECB-4505-A1D4-0D51512C1C1D}" type="pres">
      <dgm:prSet presAssocID="{FB69D4BD-0E6B-47CF-932B-682AF8670C7B}" presName="textRect" presStyleLbl="revTx" presStyleIdx="2" presStyleCnt="5">
        <dgm:presLayoutVars>
          <dgm:chMax val="1"/>
          <dgm:chPref val="1"/>
        </dgm:presLayoutVars>
      </dgm:prSet>
      <dgm:spPr/>
    </dgm:pt>
    <dgm:pt modelId="{F7AF5A23-CF25-4C02-BBBE-C88E085DBC3B}" type="pres">
      <dgm:prSet presAssocID="{F2316DD6-2AA2-498D-B13D-930F693AD02C}" presName="sibTrans" presStyleCnt="0"/>
      <dgm:spPr/>
    </dgm:pt>
    <dgm:pt modelId="{1A70B59C-E8C7-43AF-AC05-13B45ACFE5C8}" type="pres">
      <dgm:prSet presAssocID="{9FEA9256-1970-4711-815F-8DBF3EFC997B}" presName="compNode" presStyleCnt="0"/>
      <dgm:spPr/>
    </dgm:pt>
    <dgm:pt modelId="{1ABEE148-6175-4FBA-90E6-B983A84DB862}" type="pres">
      <dgm:prSet presAssocID="{9FEA9256-1970-4711-815F-8DBF3EFC997B}" presName="iconBgRect" presStyleLbl="bgShp" presStyleIdx="3" presStyleCnt="5"/>
      <dgm:spPr/>
    </dgm:pt>
    <dgm:pt modelId="{64E101B1-4E38-4E03-AA4E-0571ED98CA24}" type="pres">
      <dgm:prSet presAssocID="{9FEA9256-1970-4711-815F-8DBF3EFC997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3552DEE-EB57-4B6B-8170-C4400D0FC0CF}" type="pres">
      <dgm:prSet presAssocID="{9FEA9256-1970-4711-815F-8DBF3EFC997B}" presName="spaceRect" presStyleCnt="0"/>
      <dgm:spPr/>
    </dgm:pt>
    <dgm:pt modelId="{D2DCE372-00EB-4286-B8BE-FC4516E9C6CD}" type="pres">
      <dgm:prSet presAssocID="{9FEA9256-1970-4711-815F-8DBF3EFC997B}" presName="textRect" presStyleLbl="revTx" presStyleIdx="3" presStyleCnt="5">
        <dgm:presLayoutVars>
          <dgm:chMax val="1"/>
          <dgm:chPref val="1"/>
        </dgm:presLayoutVars>
      </dgm:prSet>
      <dgm:spPr/>
    </dgm:pt>
    <dgm:pt modelId="{2204DFD7-4A0F-479C-ACEB-48668CDA25B3}" type="pres">
      <dgm:prSet presAssocID="{5B99074F-8AFB-48DE-9BB6-4AB68CCAA01E}" presName="sibTrans" presStyleCnt="0"/>
      <dgm:spPr/>
    </dgm:pt>
    <dgm:pt modelId="{0D119619-7634-4ABA-9C51-8D4547655DB5}" type="pres">
      <dgm:prSet presAssocID="{47BD8515-D7BA-4F35-885F-8F7856B14485}" presName="compNode" presStyleCnt="0"/>
      <dgm:spPr/>
    </dgm:pt>
    <dgm:pt modelId="{FE6B7D20-0F4A-4C82-915D-F92799E6CABF}" type="pres">
      <dgm:prSet presAssocID="{47BD8515-D7BA-4F35-885F-8F7856B14485}" presName="iconBgRect" presStyleLbl="bgShp" presStyleIdx="4" presStyleCnt="5"/>
      <dgm:spPr/>
    </dgm:pt>
    <dgm:pt modelId="{A04A42F4-07D4-4352-BA6A-74BC0FABE3FB}" type="pres">
      <dgm:prSet presAssocID="{47BD8515-D7BA-4F35-885F-8F7856B1448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E510C51-E3B9-4FF1-967B-1CD2CA6C50C0}" type="pres">
      <dgm:prSet presAssocID="{47BD8515-D7BA-4F35-885F-8F7856B14485}" presName="spaceRect" presStyleCnt="0"/>
      <dgm:spPr/>
    </dgm:pt>
    <dgm:pt modelId="{953229BD-73B2-4768-8511-299E1CF3D2E7}" type="pres">
      <dgm:prSet presAssocID="{47BD8515-D7BA-4F35-885F-8F7856B1448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67E8C02-9603-470D-ACBC-1BCE888D5598}" srcId="{546B72AF-F002-4F6A-8743-2146D082ACC0}" destId="{9FEA9256-1970-4711-815F-8DBF3EFC997B}" srcOrd="3" destOrd="0" parTransId="{B4BB6C38-A4B7-4497-A28F-0E0F185D7A31}" sibTransId="{5B99074F-8AFB-48DE-9BB6-4AB68CCAA01E}"/>
    <dgm:cxn modelId="{6750873C-539B-4E1B-954A-FEF9826157A3}" srcId="{546B72AF-F002-4F6A-8743-2146D082ACC0}" destId="{47BD8515-D7BA-4F35-885F-8F7856B14485}" srcOrd="4" destOrd="0" parTransId="{84965822-E4B4-4D73-9A89-A8B3E1730D78}" sibTransId="{55D4879A-5EBB-4B7A-A5AF-D8960AA2291E}"/>
    <dgm:cxn modelId="{71636F92-EA2F-4744-AE15-2DB0C2A5586A}" type="presOf" srcId="{546B72AF-F002-4F6A-8743-2146D082ACC0}" destId="{1CA3B449-F188-4374-9FF7-C9EE427DEF1F}" srcOrd="0" destOrd="0" presId="urn:microsoft.com/office/officeart/2018/5/layout/IconCircleLabelList"/>
    <dgm:cxn modelId="{BFD27193-BF25-4F58-93C3-D9680584B4B3}" type="presOf" srcId="{9FEA9256-1970-4711-815F-8DBF3EFC997B}" destId="{D2DCE372-00EB-4286-B8BE-FC4516E9C6CD}" srcOrd="0" destOrd="0" presId="urn:microsoft.com/office/officeart/2018/5/layout/IconCircleLabelList"/>
    <dgm:cxn modelId="{7D75FB93-C085-4440-AA22-409D2CFFDB9C}" type="presOf" srcId="{47BD8515-D7BA-4F35-885F-8F7856B14485}" destId="{953229BD-73B2-4768-8511-299E1CF3D2E7}" srcOrd="0" destOrd="0" presId="urn:microsoft.com/office/officeart/2018/5/layout/IconCircleLabelList"/>
    <dgm:cxn modelId="{B6BEDA9E-6C01-468C-9443-EB839B311A99}" srcId="{546B72AF-F002-4F6A-8743-2146D082ACC0}" destId="{FB69D4BD-0E6B-47CF-932B-682AF8670C7B}" srcOrd="2" destOrd="0" parTransId="{4679EA72-F87B-45A1-B8A9-1580F21ECB2B}" sibTransId="{F2316DD6-2AA2-498D-B13D-930F693AD02C}"/>
    <dgm:cxn modelId="{6CF338A2-E452-4DDD-9A5A-4813124F7A03}" type="presOf" srcId="{D466C393-5FF8-4AEB-AA2E-BED55D4E1219}" destId="{074B2093-A592-4ABB-98F7-41643D9C8887}" srcOrd="0" destOrd="0" presId="urn:microsoft.com/office/officeart/2018/5/layout/IconCircleLabelList"/>
    <dgm:cxn modelId="{31E13AA3-20B9-4C3F-A9DB-FBF761CF65E8}" srcId="{546B72AF-F002-4F6A-8743-2146D082ACC0}" destId="{31C81AC8-E16D-4D96-B1B8-A5CF0F9CF258}" srcOrd="0" destOrd="0" parTransId="{76A1EED3-C74B-461B-A920-F4E656181914}" sibTransId="{E38694F1-E439-4184-908F-B0B49C6DF7D5}"/>
    <dgm:cxn modelId="{232CC4B0-F841-4FB7-81C9-0BEB8D5CE148}" type="presOf" srcId="{31C81AC8-E16D-4D96-B1B8-A5CF0F9CF258}" destId="{B0F120B9-E150-47C7-89D5-D7183E59559C}" srcOrd="0" destOrd="0" presId="urn:microsoft.com/office/officeart/2018/5/layout/IconCircleLabelList"/>
    <dgm:cxn modelId="{0E68D7DA-4E6A-4220-9C20-3ED5072A5B85}" srcId="{546B72AF-F002-4F6A-8743-2146D082ACC0}" destId="{D466C393-5FF8-4AEB-AA2E-BED55D4E1219}" srcOrd="1" destOrd="0" parTransId="{6EA5605D-B8FA-4D1A-9AB4-B1643C4370D3}" sibTransId="{8E448AB5-6DA2-477D-86CF-6DF732A7A1A1}"/>
    <dgm:cxn modelId="{1B2E56E7-A100-492A-9E07-732A41CB19BF}" type="presOf" srcId="{FB69D4BD-0E6B-47CF-932B-682AF8670C7B}" destId="{5B12AE77-9ECB-4505-A1D4-0D51512C1C1D}" srcOrd="0" destOrd="0" presId="urn:microsoft.com/office/officeart/2018/5/layout/IconCircleLabelList"/>
    <dgm:cxn modelId="{8B336582-11D6-4936-BB02-862C243ED31B}" type="presParOf" srcId="{1CA3B449-F188-4374-9FF7-C9EE427DEF1F}" destId="{8A08B61E-20E5-47DB-A14A-E64124194A49}" srcOrd="0" destOrd="0" presId="urn:microsoft.com/office/officeart/2018/5/layout/IconCircleLabelList"/>
    <dgm:cxn modelId="{3356C1A4-2BD1-4E8A-9255-0C1533D1C576}" type="presParOf" srcId="{8A08B61E-20E5-47DB-A14A-E64124194A49}" destId="{7236D59E-EDA4-4137-9D89-3A80F01784C2}" srcOrd="0" destOrd="0" presId="urn:microsoft.com/office/officeart/2018/5/layout/IconCircleLabelList"/>
    <dgm:cxn modelId="{25572337-01E4-4D5B-8A6C-D13A81A509C1}" type="presParOf" srcId="{8A08B61E-20E5-47DB-A14A-E64124194A49}" destId="{821D28FD-05FC-447B-BABB-16E4EA572640}" srcOrd="1" destOrd="0" presId="urn:microsoft.com/office/officeart/2018/5/layout/IconCircleLabelList"/>
    <dgm:cxn modelId="{C421886F-A992-4010-9867-D7E6DA5B4BDB}" type="presParOf" srcId="{8A08B61E-20E5-47DB-A14A-E64124194A49}" destId="{4FD88878-57C8-4168-ACA1-5ADE6F67E972}" srcOrd="2" destOrd="0" presId="urn:microsoft.com/office/officeart/2018/5/layout/IconCircleLabelList"/>
    <dgm:cxn modelId="{34456F19-0557-40DE-BF0C-A91ECF28D9A6}" type="presParOf" srcId="{8A08B61E-20E5-47DB-A14A-E64124194A49}" destId="{B0F120B9-E150-47C7-89D5-D7183E59559C}" srcOrd="3" destOrd="0" presId="urn:microsoft.com/office/officeart/2018/5/layout/IconCircleLabelList"/>
    <dgm:cxn modelId="{D47E5C9B-BB77-4057-85A4-277DE8BD3DFE}" type="presParOf" srcId="{1CA3B449-F188-4374-9FF7-C9EE427DEF1F}" destId="{B5F949E7-8509-497E-91C9-C6736D493F99}" srcOrd="1" destOrd="0" presId="urn:microsoft.com/office/officeart/2018/5/layout/IconCircleLabelList"/>
    <dgm:cxn modelId="{2A1924CC-EC14-4F69-B819-3FAEC4DF13C6}" type="presParOf" srcId="{1CA3B449-F188-4374-9FF7-C9EE427DEF1F}" destId="{EF104E80-5EAC-43BA-BD14-3BC3D2A4090B}" srcOrd="2" destOrd="0" presId="urn:microsoft.com/office/officeart/2018/5/layout/IconCircleLabelList"/>
    <dgm:cxn modelId="{CEAF7129-3A9E-4F99-B7CF-DDE47CB6A11F}" type="presParOf" srcId="{EF104E80-5EAC-43BA-BD14-3BC3D2A4090B}" destId="{E0CE7AAC-46B4-489F-8BB9-3B95E831AA22}" srcOrd="0" destOrd="0" presId="urn:microsoft.com/office/officeart/2018/5/layout/IconCircleLabelList"/>
    <dgm:cxn modelId="{AB292E83-9CCD-4D9D-AF15-40B57F490CF0}" type="presParOf" srcId="{EF104E80-5EAC-43BA-BD14-3BC3D2A4090B}" destId="{DAAC1E8F-58B5-449B-9CC0-2E868FE7B3A3}" srcOrd="1" destOrd="0" presId="urn:microsoft.com/office/officeart/2018/5/layout/IconCircleLabelList"/>
    <dgm:cxn modelId="{197FD881-B22D-45A4-A576-CF0E565D0FD3}" type="presParOf" srcId="{EF104E80-5EAC-43BA-BD14-3BC3D2A4090B}" destId="{B027DD4A-2C66-4167-80D8-1129F7C5497A}" srcOrd="2" destOrd="0" presId="urn:microsoft.com/office/officeart/2018/5/layout/IconCircleLabelList"/>
    <dgm:cxn modelId="{42A57D04-A43C-48AA-B620-C2B580922BC5}" type="presParOf" srcId="{EF104E80-5EAC-43BA-BD14-3BC3D2A4090B}" destId="{074B2093-A592-4ABB-98F7-41643D9C8887}" srcOrd="3" destOrd="0" presId="urn:microsoft.com/office/officeart/2018/5/layout/IconCircleLabelList"/>
    <dgm:cxn modelId="{4DC3F1CD-D885-49D1-B1E1-FEAC93D63802}" type="presParOf" srcId="{1CA3B449-F188-4374-9FF7-C9EE427DEF1F}" destId="{BCF493B1-FA3C-46BE-8199-A77670C56228}" srcOrd="3" destOrd="0" presId="urn:microsoft.com/office/officeart/2018/5/layout/IconCircleLabelList"/>
    <dgm:cxn modelId="{272A7901-85F6-49D4-B293-4911FA04C5BE}" type="presParOf" srcId="{1CA3B449-F188-4374-9FF7-C9EE427DEF1F}" destId="{705C6E27-0392-4ED8-A39C-7B58557496DF}" srcOrd="4" destOrd="0" presId="urn:microsoft.com/office/officeart/2018/5/layout/IconCircleLabelList"/>
    <dgm:cxn modelId="{FE2D7312-C0F0-455D-9FAF-6707029BE34E}" type="presParOf" srcId="{705C6E27-0392-4ED8-A39C-7B58557496DF}" destId="{CF82F80C-59E6-4161-BA91-23A0EA7D4F46}" srcOrd="0" destOrd="0" presId="urn:microsoft.com/office/officeart/2018/5/layout/IconCircleLabelList"/>
    <dgm:cxn modelId="{F5A724F5-E8CB-432F-B6FC-27B42B8DB696}" type="presParOf" srcId="{705C6E27-0392-4ED8-A39C-7B58557496DF}" destId="{AB4B6A34-BFBE-466C-9BF6-FEB650734A84}" srcOrd="1" destOrd="0" presId="urn:microsoft.com/office/officeart/2018/5/layout/IconCircleLabelList"/>
    <dgm:cxn modelId="{CA923794-4A6A-4881-BAC6-92C2968122BD}" type="presParOf" srcId="{705C6E27-0392-4ED8-A39C-7B58557496DF}" destId="{4DAA6671-B1CF-472E-A142-208CF0E7F42F}" srcOrd="2" destOrd="0" presId="urn:microsoft.com/office/officeart/2018/5/layout/IconCircleLabelList"/>
    <dgm:cxn modelId="{B09C6D67-99D5-4C01-A115-03991B12FB25}" type="presParOf" srcId="{705C6E27-0392-4ED8-A39C-7B58557496DF}" destId="{5B12AE77-9ECB-4505-A1D4-0D51512C1C1D}" srcOrd="3" destOrd="0" presId="urn:microsoft.com/office/officeart/2018/5/layout/IconCircleLabelList"/>
    <dgm:cxn modelId="{8DE4BE0D-9B2D-49BE-B112-553E39E81B16}" type="presParOf" srcId="{1CA3B449-F188-4374-9FF7-C9EE427DEF1F}" destId="{F7AF5A23-CF25-4C02-BBBE-C88E085DBC3B}" srcOrd="5" destOrd="0" presId="urn:microsoft.com/office/officeart/2018/5/layout/IconCircleLabelList"/>
    <dgm:cxn modelId="{F55735D6-D614-408B-8BE4-855A6B76ED77}" type="presParOf" srcId="{1CA3B449-F188-4374-9FF7-C9EE427DEF1F}" destId="{1A70B59C-E8C7-43AF-AC05-13B45ACFE5C8}" srcOrd="6" destOrd="0" presId="urn:microsoft.com/office/officeart/2018/5/layout/IconCircleLabelList"/>
    <dgm:cxn modelId="{B2B0BFB7-784D-41FF-9B1A-B6328143C719}" type="presParOf" srcId="{1A70B59C-E8C7-43AF-AC05-13B45ACFE5C8}" destId="{1ABEE148-6175-4FBA-90E6-B983A84DB862}" srcOrd="0" destOrd="0" presId="urn:microsoft.com/office/officeart/2018/5/layout/IconCircleLabelList"/>
    <dgm:cxn modelId="{1226011D-F4AB-4976-864C-B80C4842A49F}" type="presParOf" srcId="{1A70B59C-E8C7-43AF-AC05-13B45ACFE5C8}" destId="{64E101B1-4E38-4E03-AA4E-0571ED98CA24}" srcOrd="1" destOrd="0" presId="urn:microsoft.com/office/officeart/2018/5/layout/IconCircleLabelList"/>
    <dgm:cxn modelId="{9BAFA86E-742E-45AB-B6A5-EEBA9F4CDCC6}" type="presParOf" srcId="{1A70B59C-E8C7-43AF-AC05-13B45ACFE5C8}" destId="{C3552DEE-EB57-4B6B-8170-C4400D0FC0CF}" srcOrd="2" destOrd="0" presId="urn:microsoft.com/office/officeart/2018/5/layout/IconCircleLabelList"/>
    <dgm:cxn modelId="{5D4D689F-B309-4540-85EC-2B45AC1EAB5D}" type="presParOf" srcId="{1A70B59C-E8C7-43AF-AC05-13B45ACFE5C8}" destId="{D2DCE372-00EB-4286-B8BE-FC4516E9C6CD}" srcOrd="3" destOrd="0" presId="urn:microsoft.com/office/officeart/2018/5/layout/IconCircleLabelList"/>
    <dgm:cxn modelId="{D870C259-1DA3-458D-AE45-16343B2961BA}" type="presParOf" srcId="{1CA3B449-F188-4374-9FF7-C9EE427DEF1F}" destId="{2204DFD7-4A0F-479C-ACEB-48668CDA25B3}" srcOrd="7" destOrd="0" presId="urn:microsoft.com/office/officeart/2018/5/layout/IconCircleLabelList"/>
    <dgm:cxn modelId="{49061877-1EC9-4F7A-A963-A4E7FB44B70A}" type="presParOf" srcId="{1CA3B449-F188-4374-9FF7-C9EE427DEF1F}" destId="{0D119619-7634-4ABA-9C51-8D4547655DB5}" srcOrd="8" destOrd="0" presId="urn:microsoft.com/office/officeart/2018/5/layout/IconCircleLabelList"/>
    <dgm:cxn modelId="{5AEA7A2B-6DED-4AE9-86C8-6ADE09F63090}" type="presParOf" srcId="{0D119619-7634-4ABA-9C51-8D4547655DB5}" destId="{FE6B7D20-0F4A-4C82-915D-F92799E6CABF}" srcOrd="0" destOrd="0" presId="urn:microsoft.com/office/officeart/2018/5/layout/IconCircleLabelList"/>
    <dgm:cxn modelId="{A61D87B8-6376-401F-BAE7-450BCA8C3360}" type="presParOf" srcId="{0D119619-7634-4ABA-9C51-8D4547655DB5}" destId="{A04A42F4-07D4-4352-BA6A-74BC0FABE3FB}" srcOrd="1" destOrd="0" presId="urn:microsoft.com/office/officeart/2018/5/layout/IconCircleLabelList"/>
    <dgm:cxn modelId="{AD6C3BB3-C96E-41E9-92F7-B1F94ECAB12D}" type="presParOf" srcId="{0D119619-7634-4ABA-9C51-8D4547655DB5}" destId="{9E510C51-E3B9-4FF1-967B-1CD2CA6C50C0}" srcOrd="2" destOrd="0" presId="urn:microsoft.com/office/officeart/2018/5/layout/IconCircleLabelList"/>
    <dgm:cxn modelId="{218D52E2-EF9C-418F-9FDA-5B1EB04C75E9}" type="presParOf" srcId="{0D119619-7634-4ABA-9C51-8D4547655DB5}" destId="{953229BD-73B2-4768-8511-299E1CF3D2E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9102FAE-B8A5-4441-AA96-D96F5D5FF3B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7FCFE6-6AFF-440C-B75D-31987737D05A}">
      <dgm:prSet/>
      <dgm:spPr/>
      <dgm:t>
        <a:bodyPr/>
        <a:lstStyle/>
        <a:p>
          <a:r>
            <a:rPr lang="en-US"/>
            <a:t>Service communication → RabbitMQ</a:t>
          </a:r>
        </a:p>
      </dgm:t>
    </dgm:pt>
    <dgm:pt modelId="{0AC70C17-9FFD-4754-94CD-8D7A24617748}" type="parTrans" cxnId="{838C83E6-0A66-4BAC-9098-09F01E29455F}">
      <dgm:prSet/>
      <dgm:spPr/>
      <dgm:t>
        <a:bodyPr/>
        <a:lstStyle/>
        <a:p>
          <a:endParaRPr lang="en-US"/>
        </a:p>
      </dgm:t>
    </dgm:pt>
    <dgm:pt modelId="{993C68E5-61FD-4F19-AF9D-366FEC3E75C5}" type="sibTrans" cxnId="{838C83E6-0A66-4BAC-9098-09F01E29455F}">
      <dgm:prSet/>
      <dgm:spPr/>
      <dgm:t>
        <a:bodyPr/>
        <a:lstStyle/>
        <a:p>
          <a:endParaRPr lang="en-US"/>
        </a:p>
      </dgm:t>
    </dgm:pt>
    <dgm:pt modelId="{6575E769-219E-4B86-A401-420768338314}">
      <dgm:prSet/>
      <dgm:spPr/>
      <dgm:t>
        <a:bodyPr/>
        <a:lstStyle/>
        <a:p>
          <a:r>
            <a:rPr lang="en-US"/>
            <a:t>Container orchestration → Docker Compose</a:t>
          </a:r>
        </a:p>
      </dgm:t>
    </dgm:pt>
    <dgm:pt modelId="{78CE6985-501C-4C5C-82E7-5AB24C463A07}" type="parTrans" cxnId="{2CCFAD30-271E-495C-B5CA-0DC32144EAF4}">
      <dgm:prSet/>
      <dgm:spPr/>
      <dgm:t>
        <a:bodyPr/>
        <a:lstStyle/>
        <a:p>
          <a:endParaRPr lang="en-US"/>
        </a:p>
      </dgm:t>
    </dgm:pt>
    <dgm:pt modelId="{46A81183-7760-48BD-BF4C-C43F21280C18}" type="sibTrans" cxnId="{2CCFAD30-271E-495C-B5CA-0DC32144EAF4}">
      <dgm:prSet/>
      <dgm:spPr/>
      <dgm:t>
        <a:bodyPr/>
        <a:lstStyle/>
        <a:p>
          <a:endParaRPr lang="en-US"/>
        </a:p>
      </dgm:t>
    </dgm:pt>
    <dgm:pt modelId="{10994FCB-3A1D-43DB-8165-34247ED40A19}">
      <dgm:prSet/>
      <dgm:spPr/>
      <dgm:t>
        <a:bodyPr/>
        <a:lstStyle/>
        <a:p>
          <a:r>
            <a:rPr lang="en-US"/>
            <a:t>Data persistence → Docker volumes</a:t>
          </a:r>
        </a:p>
      </dgm:t>
    </dgm:pt>
    <dgm:pt modelId="{F9CE5DA3-CFD3-43C5-BB20-6D6752323D07}" type="parTrans" cxnId="{A99D8A6B-3D59-4644-B49B-862DDB6695AF}">
      <dgm:prSet/>
      <dgm:spPr/>
      <dgm:t>
        <a:bodyPr/>
        <a:lstStyle/>
        <a:p>
          <a:endParaRPr lang="en-US"/>
        </a:p>
      </dgm:t>
    </dgm:pt>
    <dgm:pt modelId="{65497CC8-E50D-4AF2-91AA-400CE0D6D0C5}" type="sibTrans" cxnId="{A99D8A6B-3D59-4644-B49B-862DDB6695AF}">
      <dgm:prSet/>
      <dgm:spPr/>
      <dgm:t>
        <a:bodyPr/>
        <a:lstStyle/>
        <a:p>
          <a:endParaRPr lang="en-US"/>
        </a:p>
      </dgm:t>
    </dgm:pt>
    <dgm:pt modelId="{99518403-04FF-484B-AA5A-A18CBE36A73D}">
      <dgm:prSet/>
      <dgm:spPr/>
      <dgm:t>
        <a:bodyPr/>
        <a:lstStyle/>
        <a:p>
          <a:r>
            <a:rPr lang="en-US"/>
            <a:t>Real-time updates → WebSockets</a:t>
          </a:r>
        </a:p>
      </dgm:t>
    </dgm:pt>
    <dgm:pt modelId="{3A00A294-D174-4BC2-8835-2FFFAB7FD245}" type="parTrans" cxnId="{34A792BE-856F-44CA-9690-9A8B0EC2663B}">
      <dgm:prSet/>
      <dgm:spPr/>
      <dgm:t>
        <a:bodyPr/>
        <a:lstStyle/>
        <a:p>
          <a:endParaRPr lang="en-US"/>
        </a:p>
      </dgm:t>
    </dgm:pt>
    <dgm:pt modelId="{ABC05DAF-16BA-40E4-BE10-CA9B0E827371}" type="sibTrans" cxnId="{34A792BE-856F-44CA-9690-9A8B0EC2663B}">
      <dgm:prSet/>
      <dgm:spPr/>
      <dgm:t>
        <a:bodyPr/>
        <a:lstStyle/>
        <a:p>
          <a:endParaRPr lang="en-US"/>
        </a:p>
      </dgm:t>
    </dgm:pt>
    <dgm:pt modelId="{DECC3BF1-DCD6-407C-8406-C4EA18F03909}" type="pres">
      <dgm:prSet presAssocID="{D9102FAE-B8A5-4441-AA96-D96F5D5FF3BD}" presName="root" presStyleCnt="0">
        <dgm:presLayoutVars>
          <dgm:dir/>
          <dgm:resizeHandles val="exact"/>
        </dgm:presLayoutVars>
      </dgm:prSet>
      <dgm:spPr/>
    </dgm:pt>
    <dgm:pt modelId="{85E732FD-7B56-4F87-B994-5D4FA34EE43D}" type="pres">
      <dgm:prSet presAssocID="{477FCFE6-6AFF-440C-B75D-31987737D05A}" presName="compNode" presStyleCnt="0"/>
      <dgm:spPr/>
    </dgm:pt>
    <dgm:pt modelId="{450B12AC-F7E6-4398-B8D2-EE44EAE92D5B}" type="pres">
      <dgm:prSet presAssocID="{477FCFE6-6AFF-440C-B75D-31987737D05A}" presName="bgRect" presStyleLbl="bgShp" presStyleIdx="0" presStyleCnt="4"/>
      <dgm:spPr/>
    </dgm:pt>
    <dgm:pt modelId="{0C1F09E1-D933-4878-9DA3-74D19A40F197}" type="pres">
      <dgm:prSet presAssocID="{477FCFE6-6AFF-440C-B75D-31987737D05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6FF8DBF-6C18-4E75-9B60-8FE0917908B2}" type="pres">
      <dgm:prSet presAssocID="{477FCFE6-6AFF-440C-B75D-31987737D05A}" presName="spaceRect" presStyleCnt="0"/>
      <dgm:spPr/>
    </dgm:pt>
    <dgm:pt modelId="{1B06F0D5-79DE-46ED-ADB7-1B40D463B6DD}" type="pres">
      <dgm:prSet presAssocID="{477FCFE6-6AFF-440C-B75D-31987737D05A}" presName="parTx" presStyleLbl="revTx" presStyleIdx="0" presStyleCnt="4">
        <dgm:presLayoutVars>
          <dgm:chMax val="0"/>
          <dgm:chPref val="0"/>
        </dgm:presLayoutVars>
      </dgm:prSet>
      <dgm:spPr/>
    </dgm:pt>
    <dgm:pt modelId="{D169CD7E-B9F5-4F66-AB05-EB6C9B131DC6}" type="pres">
      <dgm:prSet presAssocID="{993C68E5-61FD-4F19-AF9D-366FEC3E75C5}" presName="sibTrans" presStyleCnt="0"/>
      <dgm:spPr/>
    </dgm:pt>
    <dgm:pt modelId="{24522A0B-7FAC-4C52-BA4C-6D5F4A9D1AD6}" type="pres">
      <dgm:prSet presAssocID="{6575E769-219E-4B86-A401-420768338314}" presName="compNode" presStyleCnt="0"/>
      <dgm:spPr/>
    </dgm:pt>
    <dgm:pt modelId="{FC9D7152-0505-4E7F-A7DE-7B0497EA4DB4}" type="pres">
      <dgm:prSet presAssocID="{6575E769-219E-4B86-A401-420768338314}" presName="bgRect" presStyleLbl="bgShp" presStyleIdx="1" presStyleCnt="4"/>
      <dgm:spPr/>
    </dgm:pt>
    <dgm:pt modelId="{969C3C49-2567-4BC2-9201-8A3FD0855E85}" type="pres">
      <dgm:prSet presAssocID="{6575E769-219E-4B86-A401-4207683383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2E4AC51-B2BF-4513-A3F2-32AC76F8E044}" type="pres">
      <dgm:prSet presAssocID="{6575E769-219E-4B86-A401-420768338314}" presName="spaceRect" presStyleCnt="0"/>
      <dgm:spPr/>
    </dgm:pt>
    <dgm:pt modelId="{FB4E4A11-C826-4CB8-8B3E-F8A6300D540D}" type="pres">
      <dgm:prSet presAssocID="{6575E769-219E-4B86-A401-420768338314}" presName="parTx" presStyleLbl="revTx" presStyleIdx="1" presStyleCnt="4">
        <dgm:presLayoutVars>
          <dgm:chMax val="0"/>
          <dgm:chPref val="0"/>
        </dgm:presLayoutVars>
      </dgm:prSet>
      <dgm:spPr/>
    </dgm:pt>
    <dgm:pt modelId="{DC02C46B-811B-41E9-8D34-6C0D3E5BFDBC}" type="pres">
      <dgm:prSet presAssocID="{46A81183-7760-48BD-BF4C-C43F21280C18}" presName="sibTrans" presStyleCnt="0"/>
      <dgm:spPr/>
    </dgm:pt>
    <dgm:pt modelId="{73739D50-7194-45F2-B3F0-675519DF16ED}" type="pres">
      <dgm:prSet presAssocID="{10994FCB-3A1D-43DB-8165-34247ED40A19}" presName="compNode" presStyleCnt="0"/>
      <dgm:spPr/>
    </dgm:pt>
    <dgm:pt modelId="{BC4BE05A-BB78-4EB7-9365-06C1F4F3B1D4}" type="pres">
      <dgm:prSet presAssocID="{10994FCB-3A1D-43DB-8165-34247ED40A19}" presName="bgRect" presStyleLbl="bgShp" presStyleIdx="2" presStyleCnt="4"/>
      <dgm:spPr/>
    </dgm:pt>
    <dgm:pt modelId="{3CE9A6AF-3734-43D7-A069-A899917A8D5E}" type="pres">
      <dgm:prSet presAssocID="{10994FCB-3A1D-43DB-8165-34247ED40A1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1199D36-37A5-4534-8E55-C09064C23C60}" type="pres">
      <dgm:prSet presAssocID="{10994FCB-3A1D-43DB-8165-34247ED40A19}" presName="spaceRect" presStyleCnt="0"/>
      <dgm:spPr/>
    </dgm:pt>
    <dgm:pt modelId="{146F47C7-4394-42D2-A97C-0A59D855D387}" type="pres">
      <dgm:prSet presAssocID="{10994FCB-3A1D-43DB-8165-34247ED40A19}" presName="parTx" presStyleLbl="revTx" presStyleIdx="2" presStyleCnt="4">
        <dgm:presLayoutVars>
          <dgm:chMax val="0"/>
          <dgm:chPref val="0"/>
        </dgm:presLayoutVars>
      </dgm:prSet>
      <dgm:spPr/>
    </dgm:pt>
    <dgm:pt modelId="{76C04CB2-697C-4319-AAB5-654CB20A0DD9}" type="pres">
      <dgm:prSet presAssocID="{65497CC8-E50D-4AF2-91AA-400CE0D6D0C5}" presName="sibTrans" presStyleCnt="0"/>
      <dgm:spPr/>
    </dgm:pt>
    <dgm:pt modelId="{19EADCEB-5AF8-414E-8D33-2E4F47E79826}" type="pres">
      <dgm:prSet presAssocID="{99518403-04FF-484B-AA5A-A18CBE36A73D}" presName="compNode" presStyleCnt="0"/>
      <dgm:spPr/>
    </dgm:pt>
    <dgm:pt modelId="{E2830FA7-50DC-46EE-9346-AFA46091BDA2}" type="pres">
      <dgm:prSet presAssocID="{99518403-04FF-484B-AA5A-A18CBE36A73D}" presName="bgRect" presStyleLbl="bgShp" presStyleIdx="3" presStyleCnt="4"/>
      <dgm:spPr/>
    </dgm:pt>
    <dgm:pt modelId="{6FD3EDB6-9F4D-44B1-B41A-CEE682E12006}" type="pres">
      <dgm:prSet presAssocID="{99518403-04FF-484B-AA5A-A18CBE36A73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F6923E9-C0F2-49F4-A754-7A4EDF3BB973}" type="pres">
      <dgm:prSet presAssocID="{99518403-04FF-484B-AA5A-A18CBE36A73D}" presName="spaceRect" presStyleCnt="0"/>
      <dgm:spPr/>
    </dgm:pt>
    <dgm:pt modelId="{25A6143B-E585-4405-B3CE-C5EB47E3B693}" type="pres">
      <dgm:prSet presAssocID="{99518403-04FF-484B-AA5A-A18CBE36A73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576572C-4BAD-4233-8634-349D351D9B07}" type="presOf" srcId="{99518403-04FF-484B-AA5A-A18CBE36A73D}" destId="{25A6143B-E585-4405-B3CE-C5EB47E3B693}" srcOrd="0" destOrd="0" presId="urn:microsoft.com/office/officeart/2018/2/layout/IconVerticalSolidList"/>
    <dgm:cxn modelId="{2CCFAD30-271E-495C-B5CA-0DC32144EAF4}" srcId="{D9102FAE-B8A5-4441-AA96-D96F5D5FF3BD}" destId="{6575E769-219E-4B86-A401-420768338314}" srcOrd="1" destOrd="0" parTransId="{78CE6985-501C-4C5C-82E7-5AB24C463A07}" sibTransId="{46A81183-7760-48BD-BF4C-C43F21280C18}"/>
    <dgm:cxn modelId="{A99D8A6B-3D59-4644-B49B-862DDB6695AF}" srcId="{D9102FAE-B8A5-4441-AA96-D96F5D5FF3BD}" destId="{10994FCB-3A1D-43DB-8165-34247ED40A19}" srcOrd="2" destOrd="0" parTransId="{F9CE5DA3-CFD3-43C5-BB20-6D6752323D07}" sibTransId="{65497CC8-E50D-4AF2-91AA-400CE0D6D0C5}"/>
    <dgm:cxn modelId="{A7D8A06D-57EB-45CE-A345-8460DABADF70}" type="presOf" srcId="{D9102FAE-B8A5-4441-AA96-D96F5D5FF3BD}" destId="{DECC3BF1-DCD6-407C-8406-C4EA18F03909}" srcOrd="0" destOrd="0" presId="urn:microsoft.com/office/officeart/2018/2/layout/IconVerticalSolidList"/>
    <dgm:cxn modelId="{1524D073-EA5D-4536-A52D-70E68EC49A40}" type="presOf" srcId="{477FCFE6-6AFF-440C-B75D-31987737D05A}" destId="{1B06F0D5-79DE-46ED-ADB7-1B40D463B6DD}" srcOrd="0" destOrd="0" presId="urn:microsoft.com/office/officeart/2018/2/layout/IconVerticalSolidList"/>
    <dgm:cxn modelId="{3C9730B7-8756-481D-A48F-A96BDE52E8BA}" type="presOf" srcId="{10994FCB-3A1D-43DB-8165-34247ED40A19}" destId="{146F47C7-4394-42D2-A97C-0A59D855D387}" srcOrd="0" destOrd="0" presId="urn:microsoft.com/office/officeart/2018/2/layout/IconVerticalSolidList"/>
    <dgm:cxn modelId="{34E348BC-0E13-4FEE-8B75-BC58AADCABA0}" type="presOf" srcId="{6575E769-219E-4B86-A401-420768338314}" destId="{FB4E4A11-C826-4CB8-8B3E-F8A6300D540D}" srcOrd="0" destOrd="0" presId="urn:microsoft.com/office/officeart/2018/2/layout/IconVerticalSolidList"/>
    <dgm:cxn modelId="{34A792BE-856F-44CA-9690-9A8B0EC2663B}" srcId="{D9102FAE-B8A5-4441-AA96-D96F5D5FF3BD}" destId="{99518403-04FF-484B-AA5A-A18CBE36A73D}" srcOrd="3" destOrd="0" parTransId="{3A00A294-D174-4BC2-8835-2FFFAB7FD245}" sibTransId="{ABC05DAF-16BA-40E4-BE10-CA9B0E827371}"/>
    <dgm:cxn modelId="{838C83E6-0A66-4BAC-9098-09F01E29455F}" srcId="{D9102FAE-B8A5-4441-AA96-D96F5D5FF3BD}" destId="{477FCFE6-6AFF-440C-B75D-31987737D05A}" srcOrd="0" destOrd="0" parTransId="{0AC70C17-9FFD-4754-94CD-8D7A24617748}" sibTransId="{993C68E5-61FD-4F19-AF9D-366FEC3E75C5}"/>
    <dgm:cxn modelId="{135B4129-B762-4F21-9D76-62054746BC85}" type="presParOf" srcId="{DECC3BF1-DCD6-407C-8406-C4EA18F03909}" destId="{85E732FD-7B56-4F87-B994-5D4FA34EE43D}" srcOrd="0" destOrd="0" presId="urn:microsoft.com/office/officeart/2018/2/layout/IconVerticalSolidList"/>
    <dgm:cxn modelId="{67F659AE-2EFF-48A5-87BF-317BCBF8EBA9}" type="presParOf" srcId="{85E732FD-7B56-4F87-B994-5D4FA34EE43D}" destId="{450B12AC-F7E6-4398-B8D2-EE44EAE92D5B}" srcOrd="0" destOrd="0" presId="urn:microsoft.com/office/officeart/2018/2/layout/IconVerticalSolidList"/>
    <dgm:cxn modelId="{EABB9013-0E5D-4F53-B32D-F1909C0B6D0E}" type="presParOf" srcId="{85E732FD-7B56-4F87-B994-5D4FA34EE43D}" destId="{0C1F09E1-D933-4878-9DA3-74D19A40F197}" srcOrd="1" destOrd="0" presId="urn:microsoft.com/office/officeart/2018/2/layout/IconVerticalSolidList"/>
    <dgm:cxn modelId="{BAC096DF-4993-49E5-9595-F30D746DD816}" type="presParOf" srcId="{85E732FD-7B56-4F87-B994-5D4FA34EE43D}" destId="{46FF8DBF-6C18-4E75-9B60-8FE0917908B2}" srcOrd="2" destOrd="0" presId="urn:microsoft.com/office/officeart/2018/2/layout/IconVerticalSolidList"/>
    <dgm:cxn modelId="{B392B48A-726E-470F-B433-59E407D590AB}" type="presParOf" srcId="{85E732FD-7B56-4F87-B994-5D4FA34EE43D}" destId="{1B06F0D5-79DE-46ED-ADB7-1B40D463B6DD}" srcOrd="3" destOrd="0" presId="urn:microsoft.com/office/officeart/2018/2/layout/IconVerticalSolidList"/>
    <dgm:cxn modelId="{E9839F44-0A54-4F7E-B805-CA5387C1F4E9}" type="presParOf" srcId="{DECC3BF1-DCD6-407C-8406-C4EA18F03909}" destId="{D169CD7E-B9F5-4F66-AB05-EB6C9B131DC6}" srcOrd="1" destOrd="0" presId="urn:microsoft.com/office/officeart/2018/2/layout/IconVerticalSolidList"/>
    <dgm:cxn modelId="{8EF917BF-6180-4571-91D2-7A4C691E66C4}" type="presParOf" srcId="{DECC3BF1-DCD6-407C-8406-C4EA18F03909}" destId="{24522A0B-7FAC-4C52-BA4C-6D5F4A9D1AD6}" srcOrd="2" destOrd="0" presId="urn:microsoft.com/office/officeart/2018/2/layout/IconVerticalSolidList"/>
    <dgm:cxn modelId="{9AF75B54-9E4B-43B8-899E-1E25CF2F3CA5}" type="presParOf" srcId="{24522A0B-7FAC-4C52-BA4C-6D5F4A9D1AD6}" destId="{FC9D7152-0505-4E7F-A7DE-7B0497EA4DB4}" srcOrd="0" destOrd="0" presId="urn:microsoft.com/office/officeart/2018/2/layout/IconVerticalSolidList"/>
    <dgm:cxn modelId="{ACADD33F-2D34-4728-A9E4-674FBDD0E3AE}" type="presParOf" srcId="{24522A0B-7FAC-4C52-BA4C-6D5F4A9D1AD6}" destId="{969C3C49-2567-4BC2-9201-8A3FD0855E85}" srcOrd="1" destOrd="0" presId="urn:microsoft.com/office/officeart/2018/2/layout/IconVerticalSolidList"/>
    <dgm:cxn modelId="{2DF8C0F0-7FD3-41AB-AA07-EDCD71D459A0}" type="presParOf" srcId="{24522A0B-7FAC-4C52-BA4C-6D5F4A9D1AD6}" destId="{62E4AC51-B2BF-4513-A3F2-32AC76F8E044}" srcOrd="2" destOrd="0" presId="urn:microsoft.com/office/officeart/2018/2/layout/IconVerticalSolidList"/>
    <dgm:cxn modelId="{7D5EE3BD-00B6-4727-85BF-D5B1C8ABBD81}" type="presParOf" srcId="{24522A0B-7FAC-4C52-BA4C-6D5F4A9D1AD6}" destId="{FB4E4A11-C826-4CB8-8B3E-F8A6300D540D}" srcOrd="3" destOrd="0" presId="urn:microsoft.com/office/officeart/2018/2/layout/IconVerticalSolidList"/>
    <dgm:cxn modelId="{61E8F2C5-58C6-4675-9C6E-181738EEFE51}" type="presParOf" srcId="{DECC3BF1-DCD6-407C-8406-C4EA18F03909}" destId="{DC02C46B-811B-41E9-8D34-6C0D3E5BFDBC}" srcOrd="3" destOrd="0" presId="urn:microsoft.com/office/officeart/2018/2/layout/IconVerticalSolidList"/>
    <dgm:cxn modelId="{215239C9-B8EE-47C1-987B-2D55C3E9A532}" type="presParOf" srcId="{DECC3BF1-DCD6-407C-8406-C4EA18F03909}" destId="{73739D50-7194-45F2-B3F0-675519DF16ED}" srcOrd="4" destOrd="0" presId="urn:microsoft.com/office/officeart/2018/2/layout/IconVerticalSolidList"/>
    <dgm:cxn modelId="{644AE229-3E1F-4EF2-8066-890720DCE7DA}" type="presParOf" srcId="{73739D50-7194-45F2-B3F0-675519DF16ED}" destId="{BC4BE05A-BB78-4EB7-9365-06C1F4F3B1D4}" srcOrd="0" destOrd="0" presId="urn:microsoft.com/office/officeart/2018/2/layout/IconVerticalSolidList"/>
    <dgm:cxn modelId="{E7B19B5E-AAAC-42A9-AFF3-9983AA777008}" type="presParOf" srcId="{73739D50-7194-45F2-B3F0-675519DF16ED}" destId="{3CE9A6AF-3734-43D7-A069-A899917A8D5E}" srcOrd="1" destOrd="0" presId="urn:microsoft.com/office/officeart/2018/2/layout/IconVerticalSolidList"/>
    <dgm:cxn modelId="{F7146CEE-DAC3-49E0-A78B-E9145BA9C748}" type="presParOf" srcId="{73739D50-7194-45F2-B3F0-675519DF16ED}" destId="{31199D36-37A5-4534-8E55-C09064C23C60}" srcOrd="2" destOrd="0" presId="urn:microsoft.com/office/officeart/2018/2/layout/IconVerticalSolidList"/>
    <dgm:cxn modelId="{1D26C115-62AD-49EF-A63B-B794211C0EA5}" type="presParOf" srcId="{73739D50-7194-45F2-B3F0-675519DF16ED}" destId="{146F47C7-4394-42D2-A97C-0A59D855D387}" srcOrd="3" destOrd="0" presId="urn:microsoft.com/office/officeart/2018/2/layout/IconVerticalSolidList"/>
    <dgm:cxn modelId="{8B3445AF-20EC-4C61-BCDE-6FA9A2D4396B}" type="presParOf" srcId="{DECC3BF1-DCD6-407C-8406-C4EA18F03909}" destId="{76C04CB2-697C-4319-AAB5-654CB20A0DD9}" srcOrd="5" destOrd="0" presId="urn:microsoft.com/office/officeart/2018/2/layout/IconVerticalSolidList"/>
    <dgm:cxn modelId="{DEE080CE-544D-4A73-BF63-88F7FBF8D13E}" type="presParOf" srcId="{DECC3BF1-DCD6-407C-8406-C4EA18F03909}" destId="{19EADCEB-5AF8-414E-8D33-2E4F47E79826}" srcOrd="6" destOrd="0" presId="urn:microsoft.com/office/officeart/2018/2/layout/IconVerticalSolidList"/>
    <dgm:cxn modelId="{DD44FD59-4FEF-41AC-A873-105496B4BBDC}" type="presParOf" srcId="{19EADCEB-5AF8-414E-8D33-2E4F47E79826}" destId="{E2830FA7-50DC-46EE-9346-AFA46091BDA2}" srcOrd="0" destOrd="0" presId="urn:microsoft.com/office/officeart/2018/2/layout/IconVerticalSolidList"/>
    <dgm:cxn modelId="{5059296C-5F08-4D0F-8931-40E9D67A1437}" type="presParOf" srcId="{19EADCEB-5AF8-414E-8D33-2E4F47E79826}" destId="{6FD3EDB6-9F4D-44B1-B41A-CEE682E12006}" srcOrd="1" destOrd="0" presId="urn:microsoft.com/office/officeart/2018/2/layout/IconVerticalSolidList"/>
    <dgm:cxn modelId="{F12DB119-5495-4526-AB66-70DDE82BE0AA}" type="presParOf" srcId="{19EADCEB-5AF8-414E-8D33-2E4F47E79826}" destId="{4F6923E9-C0F2-49F4-A754-7A4EDF3BB973}" srcOrd="2" destOrd="0" presId="urn:microsoft.com/office/officeart/2018/2/layout/IconVerticalSolidList"/>
    <dgm:cxn modelId="{31A830C3-7D7F-4C97-B860-A043232728FC}" type="presParOf" srcId="{19EADCEB-5AF8-414E-8D33-2E4F47E79826}" destId="{25A6143B-E585-4405-B3CE-C5EB47E3B6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5ACF29-3B1A-E042-8852-79EC78EF36AB}">
      <dsp:nvSpPr>
        <dsp:cNvPr id="0" name=""/>
        <dsp:cNvSpPr/>
      </dsp:nvSpPr>
      <dsp:spPr>
        <a:xfrm>
          <a:off x="0" y="1652"/>
          <a:ext cx="759856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04249-8043-A446-B21A-4029FDF677E7}">
      <dsp:nvSpPr>
        <dsp:cNvPr id="0" name=""/>
        <dsp:cNvSpPr/>
      </dsp:nvSpPr>
      <dsp:spPr>
        <a:xfrm>
          <a:off x="0" y="1652"/>
          <a:ext cx="7598568" cy="1127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Team: 404 Nation</a:t>
          </a:r>
        </a:p>
      </dsp:txBody>
      <dsp:txXfrm>
        <a:off x="0" y="1652"/>
        <a:ext cx="7598568" cy="1127164"/>
      </dsp:txXfrm>
    </dsp:sp>
    <dsp:sp modelId="{325A188A-1D15-2C40-BD9E-0DF6A4B74477}">
      <dsp:nvSpPr>
        <dsp:cNvPr id="0" name=""/>
        <dsp:cNvSpPr/>
      </dsp:nvSpPr>
      <dsp:spPr>
        <a:xfrm>
          <a:off x="0" y="1128817"/>
          <a:ext cx="7598568" cy="0"/>
        </a:xfrm>
        <a:prstGeom prst="line">
          <a:avLst/>
        </a:prstGeom>
        <a:solidFill>
          <a:schemeClr val="accent5">
            <a:hueOff val="-1002469"/>
            <a:satOff val="551"/>
            <a:lumOff val="2647"/>
            <a:alphaOff val="0"/>
          </a:schemeClr>
        </a:solidFill>
        <a:ln w="19050" cap="rnd" cmpd="sng" algn="ctr">
          <a:solidFill>
            <a:schemeClr val="accent5">
              <a:hueOff val="-1002469"/>
              <a:satOff val="551"/>
              <a:lumOff val="2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DA849-D1EF-7F4F-A271-344481133143}">
      <dsp:nvSpPr>
        <dsp:cNvPr id="0" name=""/>
        <dsp:cNvSpPr/>
      </dsp:nvSpPr>
      <dsp:spPr>
        <a:xfrm>
          <a:off x="0" y="1128817"/>
          <a:ext cx="7598568" cy="1127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Course: Laboratory of Advanced Programming</a:t>
          </a:r>
        </a:p>
      </dsp:txBody>
      <dsp:txXfrm>
        <a:off x="0" y="1128817"/>
        <a:ext cx="7598568" cy="1127164"/>
      </dsp:txXfrm>
    </dsp:sp>
    <dsp:sp modelId="{E25FFAD6-4F40-3C4E-9E44-C070E2B98389}">
      <dsp:nvSpPr>
        <dsp:cNvPr id="0" name=""/>
        <dsp:cNvSpPr/>
      </dsp:nvSpPr>
      <dsp:spPr>
        <a:xfrm>
          <a:off x="0" y="2255981"/>
          <a:ext cx="7598568" cy="0"/>
        </a:xfrm>
        <a:prstGeom prst="line">
          <a:avLst/>
        </a:prstGeom>
        <a:solidFill>
          <a:schemeClr val="accent5">
            <a:hueOff val="-2004937"/>
            <a:satOff val="1102"/>
            <a:lumOff val="5294"/>
            <a:alphaOff val="0"/>
          </a:schemeClr>
        </a:solidFill>
        <a:ln w="19050" cap="rnd" cmpd="sng" algn="ctr">
          <a:solidFill>
            <a:schemeClr val="accent5">
              <a:hueOff val="-2004937"/>
              <a:satOff val="1102"/>
              <a:lumOff val="5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0686A-B4DA-1641-8146-DF157639589D}">
      <dsp:nvSpPr>
        <dsp:cNvPr id="0" name=""/>
        <dsp:cNvSpPr/>
      </dsp:nvSpPr>
      <dsp:spPr>
        <a:xfrm>
          <a:off x="0" y="2255981"/>
          <a:ext cx="7598568" cy="1127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Professor: </a:t>
          </a:r>
          <a:endParaRPr lang="en-RO" sz="2700" kern="1200" dirty="0"/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0" kern="1200" dirty="0"/>
            <a:t>Massimo </a:t>
          </a:r>
          <a:r>
            <a:rPr lang="en-GB" sz="2700" b="0" kern="1200" dirty="0" err="1"/>
            <a:t>Mecella</a:t>
          </a:r>
          <a:endParaRPr lang="en-US" sz="2700" b="0" kern="1200" dirty="0"/>
        </a:p>
      </dsp:txBody>
      <dsp:txXfrm>
        <a:off x="0" y="2255981"/>
        <a:ext cx="7598568" cy="11271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5A1E9-54E7-4474-BE73-D61018D5186B}">
      <dsp:nvSpPr>
        <dsp:cNvPr id="0" name=""/>
        <dsp:cNvSpPr/>
      </dsp:nvSpPr>
      <dsp:spPr>
        <a:xfrm>
          <a:off x="0" y="2040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38C835-E1C8-4B65-9557-F0721F117700}">
      <dsp:nvSpPr>
        <dsp:cNvPr id="0" name=""/>
        <dsp:cNvSpPr/>
      </dsp:nvSpPr>
      <dsp:spPr>
        <a:xfrm>
          <a:off x="312888" y="234768"/>
          <a:ext cx="568888" cy="5688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708E8-1295-48D0-A7FA-0B4DEC32846D}">
      <dsp:nvSpPr>
        <dsp:cNvPr id="0" name=""/>
        <dsp:cNvSpPr/>
      </dsp:nvSpPr>
      <dsp:spPr>
        <a:xfrm>
          <a:off x="1194666" y="2040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Mars IoT Simulator</a:t>
          </a:r>
        </a:p>
      </dsp:txBody>
      <dsp:txXfrm>
        <a:off x="1194666" y="2040"/>
        <a:ext cx="3220052" cy="1034343"/>
      </dsp:txXfrm>
    </dsp:sp>
    <dsp:sp modelId="{BC83E316-65A8-458C-8F88-4894D01F41CC}">
      <dsp:nvSpPr>
        <dsp:cNvPr id="0" name=""/>
        <dsp:cNvSpPr/>
      </dsp:nvSpPr>
      <dsp:spPr>
        <a:xfrm>
          <a:off x="0" y="1294969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F0AA4-0445-4343-A163-0D02E06DA503}">
      <dsp:nvSpPr>
        <dsp:cNvPr id="0" name=""/>
        <dsp:cNvSpPr/>
      </dsp:nvSpPr>
      <dsp:spPr>
        <a:xfrm>
          <a:off x="312888" y="1527696"/>
          <a:ext cx="568888" cy="5688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F949D-0842-40C1-A2BF-7E58FBD88A16}">
      <dsp:nvSpPr>
        <dsp:cNvPr id="0" name=""/>
        <dsp:cNvSpPr/>
      </dsp:nvSpPr>
      <dsp:spPr>
        <a:xfrm>
          <a:off x="1194666" y="1294969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Simulates environmental sensors on Mars</a:t>
          </a:r>
        </a:p>
      </dsp:txBody>
      <dsp:txXfrm>
        <a:off x="1194666" y="1294969"/>
        <a:ext cx="3220052" cy="1034343"/>
      </dsp:txXfrm>
    </dsp:sp>
    <dsp:sp modelId="{A325E887-D5C1-4B5F-AD0F-F7516248BA65}">
      <dsp:nvSpPr>
        <dsp:cNvPr id="0" name=""/>
        <dsp:cNvSpPr/>
      </dsp:nvSpPr>
      <dsp:spPr>
        <a:xfrm>
          <a:off x="0" y="2587898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9826A-98F8-4350-800D-E6F8E6817AE8}">
      <dsp:nvSpPr>
        <dsp:cNvPr id="0" name=""/>
        <dsp:cNvSpPr/>
      </dsp:nvSpPr>
      <dsp:spPr>
        <a:xfrm>
          <a:off x="312888" y="2820625"/>
          <a:ext cx="568888" cy="5688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F73B82-D504-448C-955B-5B62AFDF13EE}">
      <dsp:nvSpPr>
        <dsp:cNvPr id="0" name=""/>
        <dsp:cNvSpPr/>
      </dsp:nvSpPr>
      <dsp:spPr>
        <a:xfrm>
          <a:off x="1194666" y="2587898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Generates telemetry data</a:t>
          </a:r>
        </a:p>
      </dsp:txBody>
      <dsp:txXfrm>
        <a:off x="1194666" y="2587898"/>
        <a:ext cx="3220052" cy="1034343"/>
      </dsp:txXfrm>
    </dsp:sp>
    <dsp:sp modelId="{B4A3501E-3B16-4322-B714-B549851EB1AB}">
      <dsp:nvSpPr>
        <dsp:cNvPr id="0" name=""/>
        <dsp:cNvSpPr/>
      </dsp:nvSpPr>
      <dsp:spPr>
        <a:xfrm>
          <a:off x="0" y="3880827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45718-613C-47E7-A802-FFB83CE7290D}">
      <dsp:nvSpPr>
        <dsp:cNvPr id="0" name=""/>
        <dsp:cNvSpPr/>
      </dsp:nvSpPr>
      <dsp:spPr>
        <a:xfrm>
          <a:off x="312888" y="4113554"/>
          <a:ext cx="568888" cy="5688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29B3B-DDFC-4F8B-A871-0C438361E4E2}">
      <dsp:nvSpPr>
        <dsp:cNvPr id="0" name=""/>
        <dsp:cNvSpPr/>
      </dsp:nvSpPr>
      <dsp:spPr>
        <a:xfrm>
          <a:off x="1194666" y="3880827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Provides an API for sensor readings</a:t>
          </a:r>
        </a:p>
      </dsp:txBody>
      <dsp:txXfrm>
        <a:off x="1194666" y="3880827"/>
        <a:ext cx="3220052" cy="10343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C01F7-2832-244B-B961-BE4369EEA15C}">
      <dsp:nvSpPr>
        <dsp:cNvPr id="0" name=""/>
        <dsp:cNvSpPr/>
      </dsp:nvSpPr>
      <dsp:spPr>
        <a:xfrm>
          <a:off x="0" y="148940"/>
          <a:ext cx="2374552" cy="14247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 ingestion service</a:t>
          </a:r>
        </a:p>
      </dsp:txBody>
      <dsp:txXfrm>
        <a:off x="0" y="148940"/>
        <a:ext cx="2374552" cy="1424731"/>
      </dsp:txXfrm>
    </dsp:sp>
    <dsp:sp modelId="{24EE8D8D-91E2-3741-84FC-2615ADF9B3FB}">
      <dsp:nvSpPr>
        <dsp:cNvPr id="0" name=""/>
        <dsp:cNvSpPr/>
      </dsp:nvSpPr>
      <dsp:spPr>
        <a:xfrm>
          <a:off x="2612007" y="148940"/>
          <a:ext cx="2374552" cy="1424731"/>
        </a:xfrm>
        <a:prstGeom prst="rect">
          <a:avLst/>
        </a:prstGeom>
        <a:solidFill>
          <a:schemeClr val="accent5">
            <a:hueOff val="-400987"/>
            <a:satOff val="220"/>
            <a:lumOff val="105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RabbitMQ messaging integration</a:t>
          </a:r>
        </a:p>
      </dsp:txBody>
      <dsp:txXfrm>
        <a:off x="2612007" y="148940"/>
        <a:ext cx="2374552" cy="1424731"/>
      </dsp:txXfrm>
    </dsp:sp>
    <dsp:sp modelId="{BFFC2F0B-BFF7-1942-B741-63033CBB92B2}">
      <dsp:nvSpPr>
        <dsp:cNvPr id="0" name=""/>
        <dsp:cNvSpPr/>
      </dsp:nvSpPr>
      <dsp:spPr>
        <a:xfrm>
          <a:off x="5224015" y="148940"/>
          <a:ext cx="2374552" cy="1424731"/>
        </a:xfrm>
        <a:prstGeom prst="rect">
          <a:avLst/>
        </a:prstGeom>
        <a:solidFill>
          <a:schemeClr val="accent5">
            <a:hueOff val="-801975"/>
            <a:satOff val="441"/>
            <a:lumOff val="211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Automation rule processing</a:t>
          </a:r>
        </a:p>
      </dsp:txBody>
      <dsp:txXfrm>
        <a:off x="5224015" y="148940"/>
        <a:ext cx="2374552" cy="1424731"/>
      </dsp:txXfrm>
    </dsp:sp>
    <dsp:sp modelId="{38B88DDE-30AB-FF44-94B0-EFE49441C1DC}">
      <dsp:nvSpPr>
        <dsp:cNvPr id="0" name=""/>
        <dsp:cNvSpPr/>
      </dsp:nvSpPr>
      <dsp:spPr>
        <a:xfrm>
          <a:off x="0" y="1811127"/>
          <a:ext cx="2374552" cy="1424731"/>
        </a:xfrm>
        <a:prstGeom prst="rect">
          <a:avLst/>
        </a:prstGeom>
        <a:solidFill>
          <a:schemeClr val="accent5">
            <a:hueOff val="-1202962"/>
            <a:satOff val="661"/>
            <a:lumOff val="317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Backend API service</a:t>
          </a:r>
        </a:p>
      </dsp:txBody>
      <dsp:txXfrm>
        <a:off x="0" y="1811127"/>
        <a:ext cx="2374552" cy="1424731"/>
      </dsp:txXfrm>
    </dsp:sp>
    <dsp:sp modelId="{76E31E35-1D83-BA40-A095-B11A59920CC2}">
      <dsp:nvSpPr>
        <dsp:cNvPr id="0" name=""/>
        <dsp:cNvSpPr/>
      </dsp:nvSpPr>
      <dsp:spPr>
        <a:xfrm>
          <a:off x="2612007" y="1811127"/>
          <a:ext cx="2374552" cy="1424731"/>
        </a:xfrm>
        <a:prstGeom prst="rect">
          <a:avLst/>
        </a:prstGeom>
        <a:solidFill>
          <a:schemeClr val="accent5">
            <a:hueOff val="-1603950"/>
            <a:satOff val="882"/>
            <a:lumOff val="42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React frontend dashboard</a:t>
          </a:r>
        </a:p>
      </dsp:txBody>
      <dsp:txXfrm>
        <a:off x="2612007" y="1811127"/>
        <a:ext cx="2374552" cy="1424731"/>
      </dsp:txXfrm>
    </dsp:sp>
    <dsp:sp modelId="{86D44369-391D-7E49-A425-FCD11DA6D2DE}">
      <dsp:nvSpPr>
        <dsp:cNvPr id="0" name=""/>
        <dsp:cNvSpPr/>
      </dsp:nvSpPr>
      <dsp:spPr>
        <a:xfrm>
          <a:off x="5224015" y="1811127"/>
          <a:ext cx="2374552" cy="1424731"/>
        </a:xfrm>
        <a:prstGeom prst="rect">
          <a:avLst/>
        </a:prstGeom>
        <a:solidFill>
          <a:schemeClr val="accent5">
            <a:hueOff val="-2004937"/>
            <a:satOff val="1102"/>
            <a:lumOff val="52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Docker deployment architecture</a:t>
          </a:r>
        </a:p>
      </dsp:txBody>
      <dsp:txXfrm>
        <a:off x="5224015" y="1811127"/>
        <a:ext cx="2374552" cy="14247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5CCCB-6483-4C1D-AF8A-9D0F91A1D39F}">
      <dsp:nvSpPr>
        <dsp:cNvPr id="0" name=""/>
        <dsp:cNvSpPr/>
      </dsp:nvSpPr>
      <dsp:spPr>
        <a:xfrm>
          <a:off x="411047" y="1471"/>
          <a:ext cx="778464" cy="77846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B85832-97F9-4311-BC68-56890760E109}">
      <dsp:nvSpPr>
        <dsp:cNvPr id="0" name=""/>
        <dsp:cNvSpPr/>
      </dsp:nvSpPr>
      <dsp:spPr>
        <a:xfrm>
          <a:off x="576950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85E76-C257-4310-A05B-3F4A56874E8A}">
      <dsp:nvSpPr>
        <dsp:cNvPr id="0" name=""/>
        <dsp:cNvSpPr/>
      </dsp:nvSpPr>
      <dsp:spPr>
        <a:xfrm>
          <a:off x="162194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Real-time data processing pipeline</a:t>
          </a:r>
        </a:p>
      </dsp:txBody>
      <dsp:txXfrm>
        <a:off x="162194" y="1022409"/>
        <a:ext cx="1276171" cy="510468"/>
      </dsp:txXfrm>
    </dsp:sp>
    <dsp:sp modelId="{86C311B4-1CB4-4199-8F13-C809ABD33076}">
      <dsp:nvSpPr>
        <dsp:cNvPr id="0" name=""/>
        <dsp:cNvSpPr/>
      </dsp:nvSpPr>
      <dsp:spPr>
        <a:xfrm>
          <a:off x="1910549" y="1471"/>
          <a:ext cx="778464" cy="77846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06784-5AF1-414C-B296-51F5BD521F85}">
      <dsp:nvSpPr>
        <dsp:cNvPr id="0" name=""/>
        <dsp:cNvSpPr/>
      </dsp:nvSpPr>
      <dsp:spPr>
        <a:xfrm>
          <a:off x="2076451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E990F-9600-43BD-8C6D-148ECBBB523C}">
      <dsp:nvSpPr>
        <dsp:cNvPr id="0" name=""/>
        <dsp:cNvSpPr/>
      </dsp:nvSpPr>
      <dsp:spPr>
        <a:xfrm>
          <a:off x="1661696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Event-driven communication</a:t>
          </a:r>
        </a:p>
      </dsp:txBody>
      <dsp:txXfrm>
        <a:off x="1661696" y="1022409"/>
        <a:ext cx="1276171" cy="510468"/>
      </dsp:txXfrm>
    </dsp:sp>
    <dsp:sp modelId="{EF775A09-5CCF-4D93-875F-D6889EED9C5B}">
      <dsp:nvSpPr>
        <dsp:cNvPr id="0" name=""/>
        <dsp:cNvSpPr/>
      </dsp:nvSpPr>
      <dsp:spPr>
        <a:xfrm>
          <a:off x="3410051" y="1471"/>
          <a:ext cx="778464" cy="77846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B0A7D-04E8-4355-AC3C-477CC79ED4F3}">
      <dsp:nvSpPr>
        <dsp:cNvPr id="0" name=""/>
        <dsp:cNvSpPr/>
      </dsp:nvSpPr>
      <dsp:spPr>
        <a:xfrm>
          <a:off x="3575953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630723-0C7C-4182-B40D-90161F3C883C}">
      <dsp:nvSpPr>
        <dsp:cNvPr id="0" name=""/>
        <dsp:cNvSpPr/>
      </dsp:nvSpPr>
      <dsp:spPr>
        <a:xfrm>
          <a:off x="3161198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Microservice architecture</a:t>
          </a:r>
        </a:p>
      </dsp:txBody>
      <dsp:txXfrm>
        <a:off x="3161198" y="1022409"/>
        <a:ext cx="1276171" cy="510468"/>
      </dsp:txXfrm>
    </dsp:sp>
    <dsp:sp modelId="{4DE3BCF8-C38A-430B-9FEA-F0ACD04D38AC}">
      <dsp:nvSpPr>
        <dsp:cNvPr id="0" name=""/>
        <dsp:cNvSpPr/>
      </dsp:nvSpPr>
      <dsp:spPr>
        <a:xfrm>
          <a:off x="4909553" y="1471"/>
          <a:ext cx="778464" cy="77846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3F415C-98C9-48C0-9790-F44CF3651559}">
      <dsp:nvSpPr>
        <dsp:cNvPr id="0" name=""/>
        <dsp:cNvSpPr/>
      </dsp:nvSpPr>
      <dsp:spPr>
        <a:xfrm>
          <a:off x="5075455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7C27F-5D03-4FC5-9893-B41F70C63F65}">
      <dsp:nvSpPr>
        <dsp:cNvPr id="0" name=""/>
        <dsp:cNvSpPr/>
      </dsp:nvSpPr>
      <dsp:spPr>
        <a:xfrm>
          <a:off x="4660700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Automation rule evaluation</a:t>
          </a:r>
        </a:p>
      </dsp:txBody>
      <dsp:txXfrm>
        <a:off x="4660700" y="1022409"/>
        <a:ext cx="1276171" cy="510468"/>
      </dsp:txXfrm>
    </dsp:sp>
    <dsp:sp modelId="{6A1F6C51-DC3F-48F6-85DD-AA6CB6271B62}">
      <dsp:nvSpPr>
        <dsp:cNvPr id="0" name=""/>
        <dsp:cNvSpPr/>
      </dsp:nvSpPr>
      <dsp:spPr>
        <a:xfrm>
          <a:off x="6409055" y="1471"/>
          <a:ext cx="778464" cy="77846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319C9A-66C9-4A08-9358-6D3490A54AF9}">
      <dsp:nvSpPr>
        <dsp:cNvPr id="0" name=""/>
        <dsp:cNvSpPr/>
      </dsp:nvSpPr>
      <dsp:spPr>
        <a:xfrm>
          <a:off x="6574957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51BEF-A27F-41B6-A8C0-39E6480BD2B6}">
      <dsp:nvSpPr>
        <dsp:cNvPr id="0" name=""/>
        <dsp:cNvSpPr/>
      </dsp:nvSpPr>
      <dsp:spPr>
        <a:xfrm>
          <a:off x="6160201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Monitoring dashboard</a:t>
          </a:r>
        </a:p>
      </dsp:txBody>
      <dsp:txXfrm>
        <a:off x="6160201" y="1022409"/>
        <a:ext cx="1276171" cy="510468"/>
      </dsp:txXfrm>
    </dsp:sp>
    <dsp:sp modelId="{8C7FDD93-B8CE-4AC8-8A41-4248EBAB6D09}">
      <dsp:nvSpPr>
        <dsp:cNvPr id="0" name=""/>
        <dsp:cNvSpPr/>
      </dsp:nvSpPr>
      <dsp:spPr>
        <a:xfrm>
          <a:off x="3410051" y="1851920"/>
          <a:ext cx="778464" cy="77846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255FD-F347-4BC1-BC1A-D845EE9E91A4}">
      <dsp:nvSpPr>
        <dsp:cNvPr id="0" name=""/>
        <dsp:cNvSpPr/>
      </dsp:nvSpPr>
      <dsp:spPr>
        <a:xfrm>
          <a:off x="3575953" y="2017823"/>
          <a:ext cx="446660" cy="44666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5A486-7474-41C3-891F-6DB7733B1A5B}">
      <dsp:nvSpPr>
        <dsp:cNvPr id="0" name=""/>
        <dsp:cNvSpPr/>
      </dsp:nvSpPr>
      <dsp:spPr>
        <a:xfrm>
          <a:off x="3161198" y="2872858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Docker container deployment</a:t>
          </a:r>
        </a:p>
      </dsp:txBody>
      <dsp:txXfrm>
        <a:off x="3161198" y="2872858"/>
        <a:ext cx="1276171" cy="5104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22BAF-3E19-B34D-A793-D55151C31776}">
      <dsp:nvSpPr>
        <dsp:cNvPr id="0" name=""/>
        <dsp:cNvSpPr/>
      </dsp:nvSpPr>
      <dsp:spPr>
        <a:xfrm>
          <a:off x="0" y="0"/>
          <a:ext cx="6458782" cy="10154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Fetches sensor data from simulator</a:t>
          </a:r>
        </a:p>
      </dsp:txBody>
      <dsp:txXfrm>
        <a:off x="29741" y="29741"/>
        <a:ext cx="5363044" cy="955957"/>
      </dsp:txXfrm>
    </dsp:sp>
    <dsp:sp modelId="{12A675E2-1EAF-5448-94F6-784D82D5CE09}">
      <dsp:nvSpPr>
        <dsp:cNvPr id="0" name=""/>
        <dsp:cNvSpPr/>
      </dsp:nvSpPr>
      <dsp:spPr>
        <a:xfrm>
          <a:off x="569892" y="1184679"/>
          <a:ext cx="6458782" cy="10154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Transforms data</a:t>
          </a:r>
        </a:p>
      </dsp:txBody>
      <dsp:txXfrm>
        <a:off x="599633" y="1214420"/>
        <a:ext cx="5169372" cy="955957"/>
      </dsp:txXfrm>
    </dsp:sp>
    <dsp:sp modelId="{22B79FF6-46F7-4143-A24C-BC727251B68E}">
      <dsp:nvSpPr>
        <dsp:cNvPr id="0" name=""/>
        <dsp:cNvSpPr/>
      </dsp:nvSpPr>
      <dsp:spPr>
        <a:xfrm>
          <a:off x="1139785" y="2369359"/>
          <a:ext cx="6458782" cy="10154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Publishes messages to RabbitMQ</a:t>
          </a:r>
        </a:p>
      </dsp:txBody>
      <dsp:txXfrm>
        <a:off x="1169526" y="2399100"/>
        <a:ext cx="5169372" cy="955957"/>
      </dsp:txXfrm>
    </dsp:sp>
    <dsp:sp modelId="{659E12B8-FA04-254B-AE98-5C8C68A1B236}">
      <dsp:nvSpPr>
        <dsp:cNvPr id="0" name=""/>
        <dsp:cNvSpPr/>
      </dsp:nvSpPr>
      <dsp:spPr>
        <a:xfrm>
          <a:off x="5798746" y="770041"/>
          <a:ext cx="660035" cy="6600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5947254" y="770041"/>
        <a:ext cx="363019" cy="496676"/>
      </dsp:txXfrm>
    </dsp:sp>
    <dsp:sp modelId="{6B11AAFE-479D-D249-9DD0-EBAA48E904A8}">
      <dsp:nvSpPr>
        <dsp:cNvPr id="0" name=""/>
        <dsp:cNvSpPr/>
      </dsp:nvSpPr>
      <dsp:spPr>
        <a:xfrm>
          <a:off x="6368639" y="1947951"/>
          <a:ext cx="660035" cy="66003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517147" y="1947951"/>
        <a:ext cx="363019" cy="4966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3FCD3-822E-1544-BC2C-0F2878207BAF}">
      <dsp:nvSpPr>
        <dsp:cNvPr id="0" name=""/>
        <dsp:cNvSpPr/>
      </dsp:nvSpPr>
      <dsp:spPr>
        <a:xfrm>
          <a:off x="0" y="0"/>
          <a:ext cx="6217919" cy="8028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Handles asynchronous communication</a:t>
          </a:r>
          <a:endParaRPr lang="en-US" sz="2500" kern="1200" dirty="0"/>
        </a:p>
      </dsp:txBody>
      <dsp:txXfrm>
        <a:off x="23513" y="23513"/>
        <a:ext cx="5283788" cy="755783"/>
      </dsp:txXfrm>
    </dsp:sp>
    <dsp:sp modelId="{5E96E4C1-B6C9-FF44-9D6A-124A554C1C7E}">
      <dsp:nvSpPr>
        <dsp:cNvPr id="0" name=""/>
        <dsp:cNvSpPr/>
      </dsp:nvSpPr>
      <dsp:spPr>
        <a:xfrm>
          <a:off x="520750" y="948774"/>
          <a:ext cx="6217919" cy="80280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Receives data from ingestion service</a:t>
          </a:r>
          <a:endParaRPr lang="en-US" sz="2500" kern="1200" dirty="0"/>
        </a:p>
      </dsp:txBody>
      <dsp:txXfrm>
        <a:off x="544263" y="972287"/>
        <a:ext cx="5128316" cy="755783"/>
      </dsp:txXfrm>
    </dsp:sp>
    <dsp:sp modelId="{8801C9CB-A39C-EB4E-BD68-7A8E48677255}">
      <dsp:nvSpPr>
        <dsp:cNvPr id="0" name=""/>
        <dsp:cNvSpPr/>
      </dsp:nvSpPr>
      <dsp:spPr>
        <a:xfrm>
          <a:off x="1033729" y="1897549"/>
          <a:ext cx="6217919" cy="80280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Distributes messages to consumers</a:t>
          </a:r>
          <a:endParaRPr lang="en-US" sz="2500" kern="1200" dirty="0"/>
        </a:p>
      </dsp:txBody>
      <dsp:txXfrm>
        <a:off x="1057242" y="1921062"/>
        <a:ext cx="5136088" cy="755783"/>
      </dsp:txXfrm>
    </dsp:sp>
    <dsp:sp modelId="{AC90A623-EDBF-AC41-A16B-3DDE5E13FC92}">
      <dsp:nvSpPr>
        <dsp:cNvPr id="0" name=""/>
        <dsp:cNvSpPr/>
      </dsp:nvSpPr>
      <dsp:spPr>
        <a:xfrm>
          <a:off x="1554479" y="2846323"/>
          <a:ext cx="6217919" cy="80280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Decouples system services</a:t>
          </a:r>
          <a:endParaRPr lang="en-GB" sz="2500" kern="1200" dirty="0"/>
        </a:p>
      </dsp:txBody>
      <dsp:txXfrm>
        <a:off x="1577992" y="2869836"/>
        <a:ext cx="5128316" cy="755783"/>
      </dsp:txXfrm>
    </dsp:sp>
    <dsp:sp modelId="{3C80B35F-7085-3549-98F6-FEDBAE56E046}">
      <dsp:nvSpPr>
        <dsp:cNvPr id="0" name=""/>
        <dsp:cNvSpPr/>
      </dsp:nvSpPr>
      <dsp:spPr>
        <a:xfrm>
          <a:off x="5696093" y="614878"/>
          <a:ext cx="521826" cy="52182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813504" y="614878"/>
        <a:ext cx="287004" cy="392674"/>
      </dsp:txXfrm>
    </dsp:sp>
    <dsp:sp modelId="{FC96E000-EB09-D64E-9CF3-D2FE805A8B79}">
      <dsp:nvSpPr>
        <dsp:cNvPr id="0" name=""/>
        <dsp:cNvSpPr/>
      </dsp:nvSpPr>
      <dsp:spPr>
        <a:xfrm>
          <a:off x="6216843" y="1563653"/>
          <a:ext cx="521826" cy="52182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334254" y="1563653"/>
        <a:ext cx="287004" cy="392674"/>
      </dsp:txXfrm>
    </dsp:sp>
    <dsp:sp modelId="{739EBDDA-071E-4B43-A4EB-6F6633835661}">
      <dsp:nvSpPr>
        <dsp:cNvPr id="0" name=""/>
        <dsp:cNvSpPr/>
      </dsp:nvSpPr>
      <dsp:spPr>
        <a:xfrm>
          <a:off x="6729822" y="2512428"/>
          <a:ext cx="521826" cy="52182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847233" y="2512428"/>
        <a:ext cx="287004" cy="3926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E79EB-2F8D-1042-809F-35AF13AF2484}">
      <dsp:nvSpPr>
        <dsp:cNvPr id="0" name=""/>
        <dsp:cNvSpPr/>
      </dsp:nvSpPr>
      <dsp:spPr>
        <a:xfrm>
          <a:off x="0" y="0"/>
          <a:ext cx="3927120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Consumes messages from RabbitMQ</a:t>
          </a:r>
        </a:p>
      </dsp:txBody>
      <dsp:txXfrm>
        <a:off x="31059" y="31059"/>
        <a:ext cx="2693215" cy="998322"/>
      </dsp:txXfrm>
    </dsp:sp>
    <dsp:sp modelId="{0717D79D-99F9-DA48-8011-376BB0C9BC2D}">
      <dsp:nvSpPr>
        <dsp:cNvPr id="0" name=""/>
        <dsp:cNvSpPr/>
      </dsp:nvSpPr>
      <dsp:spPr>
        <a:xfrm>
          <a:off x="328896" y="1253247"/>
          <a:ext cx="3927120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036716"/>
                <a:satOff val="-5484"/>
                <a:lumOff val="-2091"/>
                <a:alphaOff val="0"/>
                <a:tint val="98000"/>
                <a:lumMod val="100000"/>
              </a:schemeClr>
            </a:gs>
            <a:gs pos="100000">
              <a:schemeClr val="accent2">
                <a:hueOff val="-1036716"/>
                <a:satOff val="-5484"/>
                <a:lumOff val="-2091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Evaluates automation rules</a:t>
          </a:r>
        </a:p>
      </dsp:txBody>
      <dsp:txXfrm>
        <a:off x="359955" y="1284306"/>
        <a:ext cx="2846819" cy="998322"/>
      </dsp:txXfrm>
    </dsp:sp>
    <dsp:sp modelId="{2C82DA37-0F32-7A41-A236-68687D3524E1}">
      <dsp:nvSpPr>
        <dsp:cNvPr id="0" name=""/>
        <dsp:cNvSpPr/>
      </dsp:nvSpPr>
      <dsp:spPr>
        <a:xfrm>
          <a:off x="652883" y="2506494"/>
          <a:ext cx="3927120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073431"/>
                <a:satOff val="-10969"/>
                <a:lumOff val="-4183"/>
                <a:alphaOff val="0"/>
                <a:tint val="98000"/>
                <a:lumMod val="100000"/>
              </a:schemeClr>
            </a:gs>
            <a:gs pos="100000">
              <a:schemeClr val="accent2">
                <a:hueOff val="-2073431"/>
                <a:satOff val="-10969"/>
                <a:lumOff val="-4183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Triggers actions when conditions are met</a:t>
          </a:r>
        </a:p>
      </dsp:txBody>
      <dsp:txXfrm>
        <a:off x="683942" y="2537553"/>
        <a:ext cx="2851728" cy="998322"/>
      </dsp:txXfrm>
    </dsp:sp>
    <dsp:sp modelId="{90D6F5C7-B07A-C945-96E6-3B690E978FA3}">
      <dsp:nvSpPr>
        <dsp:cNvPr id="0" name=""/>
        <dsp:cNvSpPr/>
      </dsp:nvSpPr>
      <dsp:spPr>
        <a:xfrm>
          <a:off x="981779" y="3759741"/>
          <a:ext cx="3927120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110147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7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Stores rules in SQLite database</a:t>
          </a:r>
        </a:p>
      </dsp:txBody>
      <dsp:txXfrm>
        <a:off x="1012838" y="3790800"/>
        <a:ext cx="2846819" cy="998322"/>
      </dsp:txXfrm>
    </dsp:sp>
    <dsp:sp modelId="{316DA107-A45F-6140-8FC8-9F0945139D53}">
      <dsp:nvSpPr>
        <dsp:cNvPr id="0" name=""/>
        <dsp:cNvSpPr/>
      </dsp:nvSpPr>
      <dsp:spPr>
        <a:xfrm>
          <a:off x="3237833" y="812200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392922" y="812200"/>
        <a:ext cx="379108" cy="518688"/>
      </dsp:txXfrm>
    </dsp:sp>
    <dsp:sp modelId="{31996B96-2DF2-2A44-8D89-7025D159FACC}">
      <dsp:nvSpPr>
        <dsp:cNvPr id="0" name=""/>
        <dsp:cNvSpPr/>
      </dsp:nvSpPr>
      <dsp:spPr>
        <a:xfrm>
          <a:off x="3566730" y="2065447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935681"/>
            <a:satOff val="-9566"/>
            <a:lumOff val="-962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1935681"/>
              <a:satOff val="-9566"/>
              <a:lumOff val="-96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721819" y="2065447"/>
        <a:ext cx="379108" cy="518688"/>
      </dsp:txXfrm>
    </dsp:sp>
    <dsp:sp modelId="{308679A4-F0C8-1841-A90D-815E8B472B64}">
      <dsp:nvSpPr>
        <dsp:cNvPr id="0" name=""/>
        <dsp:cNvSpPr/>
      </dsp:nvSpPr>
      <dsp:spPr>
        <a:xfrm>
          <a:off x="3890717" y="3318695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871361"/>
            <a:satOff val="-19132"/>
            <a:lumOff val="-192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3871361"/>
              <a:satOff val="-19132"/>
              <a:lumOff val="-19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045806" y="3318695"/>
        <a:ext cx="379108" cy="5186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69F4E-8A3C-8E47-A5AE-AC0AEE589420}">
      <dsp:nvSpPr>
        <dsp:cNvPr id="0" name=""/>
        <dsp:cNvSpPr/>
      </dsp:nvSpPr>
      <dsp:spPr>
        <a:xfrm>
          <a:off x="0" y="0"/>
          <a:ext cx="3531775" cy="10817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Backend-for-frontend service</a:t>
          </a:r>
        </a:p>
      </dsp:txBody>
      <dsp:txXfrm>
        <a:off x="31684" y="31684"/>
        <a:ext cx="2273033" cy="1018418"/>
      </dsp:txXfrm>
    </dsp:sp>
    <dsp:sp modelId="{E9A3E01B-B613-F948-A9B1-A0A715AE57D5}">
      <dsp:nvSpPr>
        <dsp:cNvPr id="0" name=""/>
        <dsp:cNvSpPr/>
      </dsp:nvSpPr>
      <dsp:spPr>
        <a:xfrm>
          <a:off x="295786" y="1278474"/>
          <a:ext cx="3531775" cy="1081786"/>
        </a:xfrm>
        <a:prstGeom prst="roundRect">
          <a:avLst>
            <a:gd name="adj" fmla="val 10000"/>
          </a:avLst>
        </a:prstGeom>
        <a:solidFill>
          <a:schemeClr val="accent2">
            <a:hueOff val="-1036716"/>
            <a:satOff val="-5484"/>
            <a:lumOff val="-209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Provides REST endpoints</a:t>
          </a:r>
        </a:p>
      </dsp:txBody>
      <dsp:txXfrm>
        <a:off x="327470" y="1310158"/>
        <a:ext cx="2469459" cy="1018418"/>
      </dsp:txXfrm>
    </dsp:sp>
    <dsp:sp modelId="{5E32D564-105A-044F-B386-08B3814A9FA1}">
      <dsp:nvSpPr>
        <dsp:cNvPr id="0" name=""/>
        <dsp:cNvSpPr/>
      </dsp:nvSpPr>
      <dsp:spPr>
        <a:xfrm>
          <a:off x="587157" y="2556949"/>
          <a:ext cx="3531775" cy="1081786"/>
        </a:xfrm>
        <a:prstGeom prst="roundRect">
          <a:avLst>
            <a:gd name="adj" fmla="val 10000"/>
          </a:avLst>
        </a:prstGeom>
        <a:solidFill>
          <a:schemeClr val="accent2">
            <a:hueOff val="-2073431"/>
            <a:satOff val="-10969"/>
            <a:lumOff val="-41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Handles WebSocket updates</a:t>
          </a:r>
        </a:p>
      </dsp:txBody>
      <dsp:txXfrm>
        <a:off x="618841" y="2588633"/>
        <a:ext cx="2473874" cy="1018418"/>
      </dsp:txXfrm>
    </dsp:sp>
    <dsp:sp modelId="{D9DBFA00-CA0F-4144-8DA3-85AC589D845D}">
      <dsp:nvSpPr>
        <dsp:cNvPr id="0" name=""/>
        <dsp:cNvSpPr/>
      </dsp:nvSpPr>
      <dsp:spPr>
        <a:xfrm>
          <a:off x="882943" y="3835424"/>
          <a:ext cx="3531775" cy="1081786"/>
        </a:xfrm>
        <a:prstGeom prst="roundRect">
          <a:avLst>
            <a:gd name="adj" fmla="val 10000"/>
          </a:avLst>
        </a:prstGeom>
        <a:solidFill>
          <a:schemeClr val="accent2">
            <a:hueOff val="-3110147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Delivers data to frontend dashboard</a:t>
          </a:r>
        </a:p>
      </dsp:txBody>
      <dsp:txXfrm>
        <a:off x="914627" y="3867108"/>
        <a:ext cx="2469459" cy="1018418"/>
      </dsp:txXfrm>
    </dsp:sp>
    <dsp:sp modelId="{94AE9A35-844D-9247-8B62-8A6BFE2DEE55}">
      <dsp:nvSpPr>
        <dsp:cNvPr id="0" name=""/>
        <dsp:cNvSpPr/>
      </dsp:nvSpPr>
      <dsp:spPr>
        <a:xfrm>
          <a:off x="2828614" y="828550"/>
          <a:ext cx="703161" cy="70316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2986825" y="828550"/>
        <a:ext cx="386739" cy="529129"/>
      </dsp:txXfrm>
    </dsp:sp>
    <dsp:sp modelId="{E196766D-06F9-4542-8A3A-223554D3850A}">
      <dsp:nvSpPr>
        <dsp:cNvPr id="0" name=""/>
        <dsp:cNvSpPr/>
      </dsp:nvSpPr>
      <dsp:spPr>
        <a:xfrm>
          <a:off x="3124400" y="2107024"/>
          <a:ext cx="703161" cy="70316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935681"/>
            <a:satOff val="-9566"/>
            <a:lumOff val="-96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935681"/>
              <a:satOff val="-9566"/>
              <a:lumOff val="-9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282611" y="2107024"/>
        <a:ext cx="386739" cy="529129"/>
      </dsp:txXfrm>
    </dsp:sp>
    <dsp:sp modelId="{422F7089-E145-6A47-A03A-368396DDA69B}">
      <dsp:nvSpPr>
        <dsp:cNvPr id="0" name=""/>
        <dsp:cNvSpPr/>
      </dsp:nvSpPr>
      <dsp:spPr>
        <a:xfrm>
          <a:off x="3415771" y="3385499"/>
          <a:ext cx="703161" cy="70316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871361"/>
            <a:satOff val="-19132"/>
            <a:lumOff val="-192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871361"/>
              <a:satOff val="-19132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573982" y="3385499"/>
        <a:ext cx="386739" cy="52912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126348-34AA-4B40-B9D8-E65293FAF2F8}">
      <dsp:nvSpPr>
        <dsp:cNvPr id="0" name=""/>
        <dsp:cNvSpPr/>
      </dsp:nvSpPr>
      <dsp:spPr>
        <a:xfrm>
          <a:off x="0" y="600"/>
          <a:ext cx="4414719" cy="14045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EDDB6B-0BB3-4BCF-AFC4-431510DD15C3}">
      <dsp:nvSpPr>
        <dsp:cNvPr id="0" name=""/>
        <dsp:cNvSpPr/>
      </dsp:nvSpPr>
      <dsp:spPr>
        <a:xfrm>
          <a:off x="424883" y="316629"/>
          <a:ext cx="772515" cy="7725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9EA86-3DA0-4BD3-8354-B8EDEA347BDF}">
      <dsp:nvSpPr>
        <dsp:cNvPr id="0" name=""/>
        <dsp:cNvSpPr/>
      </dsp:nvSpPr>
      <dsp:spPr>
        <a:xfrm>
          <a:off x="1622283" y="600"/>
          <a:ext cx="2792435" cy="140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651" tIns="148651" rIns="148651" bIns="14865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SQLite database</a:t>
          </a:r>
        </a:p>
      </dsp:txBody>
      <dsp:txXfrm>
        <a:off x="1622283" y="600"/>
        <a:ext cx="2792435" cy="1404574"/>
      </dsp:txXfrm>
    </dsp:sp>
    <dsp:sp modelId="{A93C3CF6-FE4E-422C-8EA8-1B7833C90ED5}">
      <dsp:nvSpPr>
        <dsp:cNvPr id="0" name=""/>
        <dsp:cNvSpPr/>
      </dsp:nvSpPr>
      <dsp:spPr>
        <a:xfrm>
          <a:off x="0" y="1756318"/>
          <a:ext cx="4414719" cy="14045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6BFCD7-993C-44A3-975E-7D7410F09D21}">
      <dsp:nvSpPr>
        <dsp:cNvPr id="0" name=""/>
        <dsp:cNvSpPr/>
      </dsp:nvSpPr>
      <dsp:spPr>
        <a:xfrm>
          <a:off x="424883" y="2072347"/>
          <a:ext cx="772515" cy="7725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7207B-344E-4DC4-9C47-34D922EADF77}">
      <dsp:nvSpPr>
        <dsp:cNvPr id="0" name=""/>
        <dsp:cNvSpPr/>
      </dsp:nvSpPr>
      <dsp:spPr>
        <a:xfrm>
          <a:off x="1622283" y="1756318"/>
          <a:ext cx="2792435" cy="140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651" tIns="148651" rIns="148651" bIns="14865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Stores automation rules</a:t>
          </a:r>
        </a:p>
      </dsp:txBody>
      <dsp:txXfrm>
        <a:off x="1622283" y="1756318"/>
        <a:ext cx="2792435" cy="1404574"/>
      </dsp:txXfrm>
    </dsp:sp>
    <dsp:sp modelId="{DA554591-D774-42D6-9B3F-16F8A5F9A9D7}">
      <dsp:nvSpPr>
        <dsp:cNvPr id="0" name=""/>
        <dsp:cNvSpPr/>
      </dsp:nvSpPr>
      <dsp:spPr>
        <a:xfrm>
          <a:off x="0" y="3512036"/>
          <a:ext cx="4414719" cy="14045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BAFDB-ACFC-428F-A777-B400061B8413}">
      <dsp:nvSpPr>
        <dsp:cNvPr id="0" name=""/>
        <dsp:cNvSpPr/>
      </dsp:nvSpPr>
      <dsp:spPr>
        <a:xfrm>
          <a:off x="424883" y="3828065"/>
          <a:ext cx="772515" cy="7725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E43EA-1C32-48C7-B0E6-D4FD9920BFB1}">
      <dsp:nvSpPr>
        <dsp:cNvPr id="0" name=""/>
        <dsp:cNvSpPr/>
      </dsp:nvSpPr>
      <dsp:spPr>
        <a:xfrm>
          <a:off x="1622283" y="3512036"/>
          <a:ext cx="2792435" cy="140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651" tIns="148651" rIns="148651" bIns="14865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Lightweight embedded database</a:t>
          </a:r>
        </a:p>
      </dsp:txBody>
      <dsp:txXfrm>
        <a:off x="1622283" y="3512036"/>
        <a:ext cx="2792435" cy="14045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FB1BE-3DBE-4565-9C94-77B1C87ABF4A}">
      <dsp:nvSpPr>
        <dsp:cNvPr id="0" name=""/>
        <dsp:cNvSpPr/>
      </dsp:nvSpPr>
      <dsp:spPr>
        <a:xfrm>
          <a:off x="0" y="1404"/>
          <a:ext cx="7598568" cy="7119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154EC5-D3DD-4E1C-BF20-FD31A39003A8}">
      <dsp:nvSpPr>
        <dsp:cNvPr id="0" name=""/>
        <dsp:cNvSpPr/>
      </dsp:nvSpPr>
      <dsp:spPr>
        <a:xfrm>
          <a:off x="215379" y="161604"/>
          <a:ext cx="391598" cy="3915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EFC3D-8815-4395-A862-1443048B1E04}">
      <dsp:nvSpPr>
        <dsp:cNvPr id="0" name=""/>
        <dsp:cNvSpPr/>
      </dsp:nvSpPr>
      <dsp:spPr>
        <a:xfrm>
          <a:off x="822357" y="1404"/>
          <a:ext cx="6776210" cy="71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353" tIns="75353" rIns="75353" bIns="753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Built with React</a:t>
          </a:r>
        </a:p>
      </dsp:txBody>
      <dsp:txXfrm>
        <a:off x="822357" y="1404"/>
        <a:ext cx="6776210" cy="711997"/>
      </dsp:txXfrm>
    </dsp:sp>
    <dsp:sp modelId="{EF0187DC-684B-462E-BEAD-C22C9C600210}">
      <dsp:nvSpPr>
        <dsp:cNvPr id="0" name=""/>
        <dsp:cNvSpPr/>
      </dsp:nvSpPr>
      <dsp:spPr>
        <a:xfrm>
          <a:off x="0" y="891402"/>
          <a:ext cx="7598568" cy="7119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3F4BD5-5D26-4F6C-A3F2-0B1CE6D04FC5}">
      <dsp:nvSpPr>
        <dsp:cNvPr id="0" name=""/>
        <dsp:cNvSpPr/>
      </dsp:nvSpPr>
      <dsp:spPr>
        <a:xfrm>
          <a:off x="215379" y="1051601"/>
          <a:ext cx="391598" cy="3915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5C2A9-FFE2-4892-AC80-90FE00053FF6}">
      <dsp:nvSpPr>
        <dsp:cNvPr id="0" name=""/>
        <dsp:cNvSpPr/>
      </dsp:nvSpPr>
      <dsp:spPr>
        <a:xfrm>
          <a:off x="822357" y="891402"/>
          <a:ext cx="6776210" cy="71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353" tIns="75353" rIns="75353" bIns="753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Displays sensor data</a:t>
          </a:r>
        </a:p>
      </dsp:txBody>
      <dsp:txXfrm>
        <a:off x="822357" y="891402"/>
        <a:ext cx="6776210" cy="711997"/>
      </dsp:txXfrm>
    </dsp:sp>
    <dsp:sp modelId="{4418DD85-D43E-4CE3-8996-566624350854}">
      <dsp:nvSpPr>
        <dsp:cNvPr id="0" name=""/>
        <dsp:cNvSpPr/>
      </dsp:nvSpPr>
      <dsp:spPr>
        <a:xfrm>
          <a:off x="0" y="1781399"/>
          <a:ext cx="7598568" cy="7119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88182-8774-40BD-8A46-155C7B5A5C57}">
      <dsp:nvSpPr>
        <dsp:cNvPr id="0" name=""/>
        <dsp:cNvSpPr/>
      </dsp:nvSpPr>
      <dsp:spPr>
        <a:xfrm>
          <a:off x="215379" y="1941598"/>
          <a:ext cx="391598" cy="3915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D7028-7034-4F9C-9DFF-CB81B165D1DC}">
      <dsp:nvSpPr>
        <dsp:cNvPr id="0" name=""/>
        <dsp:cNvSpPr/>
      </dsp:nvSpPr>
      <dsp:spPr>
        <a:xfrm>
          <a:off x="822357" y="1781399"/>
          <a:ext cx="6776210" cy="71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353" tIns="75353" rIns="75353" bIns="753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Shows automation events</a:t>
          </a:r>
        </a:p>
      </dsp:txBody>
      <dsp:txXfrm>
        <a:off x="822357" y="1781399"/>
        <a:ext cx="6776210" cy="711997"/>
      </dsp:txXfrm>
    </dsp:sp>
    <dsp:sp modelId="{0CF8577B-2805-4528-A83D-D8E8B4DF4DE5}">
      <dsp:nvSpPr>
        <dsp:cNvPr id="0" name=""/>
        <dsp:cNvSpPr/>
      </dsp:nvSpPr>
      <dsp:spPr>
        <a:xfrm>
          <a:off x="0" y="2671396"/>
          <a:ext cx="7598568" cy="7119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A0AAA-19BE-48D5-A3CE-78172F450727}">
      <dsp:nvSpPr>
        <dsp:cNvPr id="0" name=""/>
        <dsp:cNvSpPr/>
      </dsp:nvSpPr>
      <dsp:spPr>
        <a:xfrm>
          <a:off x="215379" y="2831595"/>
          <a:ext cx="391598" cy="3915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EEB549-EA35-4C67-BACD-4FE040A14989}">
      <dsp:nvSpPr>
        <dsp:cNvPr id="0" name=""/>
        <dsp:cNvSpPr/>
      </dsp:nvSpPr>
      <dsp:spPr>
        <a:xfrm>
          <a:off x="822357" y="2671396"/>
          <a:ext cx="6776210" cy="711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353" tIns="75353" rIns="75353" bIns="753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Real-time updates</a:t>
          </a:r>
        </a:p>
      </dsp:txBody>
      <dsp:txXfrm>
        <a:off x="822357" y="2671396"/>
        <a:ext cx="6776210" cy="71199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2E0E29-3E6F-8449-9FE0-94539AE5E3CE}">
      <dsp:nvSpPr>
        <dsp:cNvPr id="0" name=""/>
        <dsp:cNvSpPr/>
      </dsp:nvSpPr>
      <dsp:spPr>
        <a:xfrm>
          <a:off x="0" y="2400"/>
          <a:ext cx="441471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58DC0-7427-4D44-8018-85A97494C823}">
      <dsp:nvSpPr>
        <dsp:cNvPr id="0" name=""/>
        <dsp:cNvSpPr/>
      </dsp:nvSpPr>
      <dsp:spPr>
        <a:xfrm>
          <a:off x="0" y="2400"/>
          <a:ext cx="4414719" cy="818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Simulator generates data</a:t>
          </a:r>
        </a:p>
      </dsp:txBody>
      <dsp:txXfrm>
        <a:off x="0" y="2400"/>
        <a:ext cx="4414719" cy="818734"/>
      </dsp:txXfrm>
    </dsp:sp>
    <dsp:sp modelId="{9F4243AD-7891-FC43-96B4-67A941675887}">
      <dsp:nvSpPr>
        <dsp:cNvPr id="0" name=""/>
        <dsp:cNvSpPr/>
      </dsp:nvSpPr>
      <dsp:spPr>
        <a:xfrm>
          <a:off x="0" y="821135"/>
          <a:ext cx="441471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703F05-3BA3-8B4D-B3B1-840C15D50B4F}">
      <dsp:nvSpPr>
        <dsp:cNvPr id="0" name=""/>
        <dsp:cNvSpPr/>
      </dsp:nvSpPr>
      <dsp:spPr>
        <a:xfrm>
          <a:off x="0" y="821135"/>
          <a:ext cx="4414719" cy="818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Ingestion service retrieves data</a:t>
          </a:r>
        </a:p>
      </dsp:txBody>
      <dsp:txXfrm>
        <a:off x="0" y="821135"/>
        <a:ext cx="4414719" cy="818734"/>
      </dsp:txXfrm>
    </dsp:sp>
    <dsp:sp modelId="{563EEE37-E212-7E43-BF97-6B2D5DCC397F}">
      <dsp:nvSpPr>
        <dsp:cNvPr id="0" name=""/>
        <dsp:cNvSpPr/>
      </dsp:nvSpPr>
      <dsp:spPr>
        <a:xfrm>
          <a:off x="0" y="1639870"/>
          <a:ext cx="441471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16F32-EEDA-4A40-A1E8-5435574EEE9B}">
      <dsp:nvSpPr>
        <dsp:cNvPr id="0" name=""/>
        <dsp:cNvSpPr/>
      </dsp:nvSpPr>
      <dsp:spPr>
        <a:xfrm>
          <a:off x="0" y="1639870"/>
          <a:ext cx="4414719" cy="818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RabbitMQ distributes messages</a:t>
          </a:r>
        </a:p>
      </dsp:txBody>
      <dsp:txXfrm>
        <a:off x="0" y="1639870"/>
        <a:ext cx="4414719" cy="818734"/>
      </dsp:txXfrm>
    </dsp:sp>
    <dsp:sp modelId="{6178DF7F-B8A8-A043-9BC0-91354CC7D738}">
      <dsp:nvSpPr>
        <dsp:cNvPr id="0" name=""/>
        <dsp:cNvSpPr/>
      </dsp:nvSpPr>
      <dsp:spPr>
        <a:xfrm>
          <a:off x="0" y="2458605"/>
          <a:ext cx="441471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D421F-340E-784E-A013-E168FF9932E5}">
      <dsp:nvSpPr>
        <dsp:cNvPr id="0" name=""/>
        <dsp:cNvSpPr/>
      </dsp:nvSpPr>
      <dsp:spPr>
        <a:xfrm>
          <a:off x="0" y="2458605"/>
          <a:ext cx="4414719" cy="818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Automation service processes events</a:t>
          </a:r>
        </a:p>
      </dsp:txBody>
      <dsp:txXfrm>
        <a:off x="0" y="2458605"/>
        <a:ext cx="4414719" cy="818734"/>
      </dsp:txXfrm>
    </dsp:sp>
    <dsp:sp modelId="{BCBB9E20-4A6D-0E48-AD83-23A95909CA1E}">
      <dsp:nvSpPr>
        <dsp:cNvPr id="0" name=""/>
        <dsp:cNvSpPr/>
      </dsp:nvSpPr>
      <dsp:spPr>
        <a:xfrm>
          <a:off x="0" y="3277340"/>
          <a:ext cx="441471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68FE5-0AA3-F843-BBC7-3D3A8FAC55F0}">
      <dsp:nvSpPr>
        <dsp:cNvPr id="0" name=""/>
        <dsp:cNvSpPr/>
      </dsp:nvSpPr>
      <dsp:spPr>
        <a:xfrm>
          <a:off x="0" y="3277340"/>
          <a:ext cx="4414719" cy="818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API exposes data</a:t>
          </a:r>
        </a:p>
      </dsp:txBody>
      <dsp:txXfrm>
        <a:off x="0" y="3277340"/>
        <a:ext cx="4414719" cy="818734"/>
      </dsp:txXfrm>
    </dsp:sp>
    <dsp:sp modelId="{102F5CA4-0484-794B-A22C-E23AE5FE4AA9}">
      <dsp:nvSpPr>
        <dsp:cNvPr id="0" name=""/>
        <dsp:cNvSpPr/>
      </dsp:nvSpPr>
      <dsp:spPr>
        <a:xfrm>
          <a:off x="0" y="4096075"/>
          <a:ext cx="441471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5BD25-1848-874D-91DA-04E6A4725071}">
      <dsp:nvSpPr>
        <dsp:cNvPr id="0" name=""/>
        <dsp:cNvSpPr/>
      </dsp:nvSpPr>
      <dsp:spPr>
        <a:xfrm>
          <a:off x="0" y="4096075"/>
          <a:ext cx="4414719" cy="818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Frontend displays results</a:t>
          </a:r>
        </a:p>
      </dsp:txBody>
      <dsp:txXfrm>
        <a:off x="0" y="4096075"/>
        <a:ext cx="4414719" cy="81873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6D59E-EDA4-4137-9D89-3A80F01784C2}">
      <dsp:nvSpPr>
        <dsp:cNvPr id="0" name=""/>
        <dsp:cNvSpPr/>
      </dsp:nvSpPr>
      <dsp:spPr>
        <a:xfrm>
          <a:off x="258789" y="714108"/>
          <a:ext cx="803126" cy="80312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D28FD-05FC-447B-BABB-16E4EA572640}">
      <dsp:nvSpPr>
        <dsp:cNvPr id="0" name=""/>
        <dsp:cNvSpPr/>
      </dsp:nvSpPr>
      <dsp:spPr>
        <a:xfrm>
          <a:off x="429947" y="885266"/>
          <a:ext cx="460810" cy="460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120B9-E150-47C7-89D5-D7183E59559C}">
      <dsp:nvSpPr>
        <dsp:cNvPr id="0" name=""/>
        <dsp:cNvSpPr/>
      </dsp:nvSpPr>
      <dsp:spPr>
        <a:xfrm>
          <a:off x="2051" y="1767389"/>
          <a:ext cx="1316601" cy="52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Event-driven architecture</a:t>
          </a:r>
        </a:p>
      </dsp:txBody>
      <dsp:txXfrm>
        <a:off x="2051" y="1767389"/>
        <a:ext cx="1316601" cy="526640"/>
      </dsp:txXfrm>
    </dsp:sp>
    <dsp:sp modelId="{E0CE7AAC-46B4-489F-8BB9-3B95E831AA22}">
      <dsp:nvSpPr>
        <dsp:cNvPr id="0" name=""/>
        <dsp:cNvSpPr/>
      </dsp:nvSpPr>
      <dsp:spPr>
        <a:xfrm>
          <a:off x="1805796" y="714108"/>
          <a:ext cx="803126" cy="80312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AC1E8F-58B5-449B-9CC0-2E868FE7B3A3}">
      <dsp:nvSpPr>
        <dsp:cNvPr id="0" name=""/>
        <dsp:cNvSpPr/>
      </dsp:nvSpPr>
      <dsp:spPr>
        <a:xfrm>
          <a:off x="1976954" y="885266"/>
          <a:ext cx="460810" cy="460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B2093-A592-4ABB-98F7-41643D9C8887}">
      <dsp:nvSpPr>
        <dsp:cNvPr id="0" name=""/>
        <dsp:cNvSpPr/>
      </dsp:nvSpPr>
      <dsp:spPr>
        <a:xfrm>
          <a:off x="1549058" y="1767389"/>
          <a:ext cx="1316601" cy="52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Real-time processing</a:t>
          </a:r>
        </a:p>
      </dsp:txBody>
      <dsp:txXfrm>
        <a:off x="1549058" y="1767389"/>
        <a:ext cx="1316601" cy="526640"/>
      </dsp:txXfrm>
    </dsp:sp>
    <dsp:sp modelId="{CF82F80C-59E6-4161-BA91-23A0EA7D4F46}">
      <dsp:nvSpPr>
        <dsp:cNvPr id="0" name=""/>
        <dsp:cNvSpPr/>
      </dsp:nvSpPr>
      <dsp:spPr>
        <a:xfrm>
          <a:off x="3352802" y="714108"/>
          <a:ext cx="803126" cy="80312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B6A34-BFBE-466C-9BF6-FEB650734A84}">
      <dsp:nvSpPr>
        <dsp:cNvPr id="0" name=""/>
        <dsp:cNvSpPr/>
      </dsp:nvSpPr>
      <dsp:spPr>
        <a:xfrm>
          <a:off x="3523961" y="885266"/>
          <a:ext cx="460810" cy="460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2AE77-9ECB-4505-A1D4-0D51512C1C1D}">
      <dsp:nvSpPr>
        <dsp:cNvPr id="0" name=""/>
        <dsp:cNvSpPr/>
      </dsp:nvSpPr>
      <dsp:spPr>
        <a:xfrm>
          <a:off x="3096065" y="1767389"/>
          <a:ext cx="1316601" cy="52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Microservice design</a:t>
          </a:r>
        </a:p>
      </dsp:txBody>
      <dsp:txXfrm>
        <a:off x="3096065" y="1767389"/>
        <a:ext cx="1316601" cy="526640"/>
      </dsp:txXfrm>
    </dsp:sp>
    <dsp:sp modelId="{1ABEE148-6175-4FBA-90E6-B983A84DB862}">
      <dsp:nvSpPr>
        <dsp:cNvPr id="0" name=""/>
        <dsp:cNvSpPr/>
      </dsp:nvSpPr>
      <dsp:spPr>
        <a:xfrm>
          <a:off x="1032292" y="2623180"/>
          <a:ext cx="803126" cy="80312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101B1-4E38-4E03-AA4E-0571ED98CA24}">
      <dsp:nvSpPr>
        <dsp:cNvPr id="0" name=""/>
        <dsp:cNvSpPr/>
      </dsp:nvSpPr>
      <dsp:spPr>
        <a:xfrm>
          <a:off x="1203450" y="2794338"/>
          <a:ext cx="460810" cy="4608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CE372-00EB-4286-B8BE-FC4516E9C6CD}">
      <dsp:nvSpPr>
        <dsp:cNvPr id="0" name=""/>
        <dsp:cNvSpPr/>
      </dsp:nvSpPr>
      <dsp:spPr>
        <a:xfrm>
          <a:off x="775555" y="3676461"/>
          <a:ext cx="1316601" cy="52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Containerized deployment</a:t>
          </a:r>
        </a:p>
      </dsp:txBody>
      <dsp:txXfrm>
        <a:off x="775555" y="3676461"/>
        <a:ext cx="1316601" cy="526640"/>
      </dsp:txXfrm>
    </dsp:sp>
    <dsp:sp modelId="{FE6B7D20-0F4A-4C82-915D-F92799E6CABF}">
      <dsp:nvSpPr>
        <dsp:cNvPr id="0" name=""/>
        <dsp:cNvSpPr/>
      </dsp:nvSpPr>
      <dsp:spPr>
        <a:xfrm>
          <a:off x="2579299" y="2623180"/>
          <a:ext cx="803126" cy="80312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A42F4-07D4-4352-BA6A-74BC0FABE3FB}">
      <dsp:nvSpPr>
        <dsp:cNvPr id="0" name=""/>
        <dsp:cNvSpPr/>
      </dsp:nvSpPr>
      <dsp:spPr>
        <a:xfrm>
          <a:off x="2750457" y="2794338"/>
          <a:ext cx="460810" cy="4608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229BD-73B2-4768-8511-299E1CF3D2E7}">
      <dsp:nvSpPr>
        <dsp:cNvPr id="0" name=""/>
        <dsp:cNvSpPr/>
      </dsp:nvSpPr>
      <dsp:spPr>
        <a:xfrm>
          <a:off x="2322562" y="3676461"/>
          <a:ext cx="1316601" cy="52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Interactive monitoring dashboard</a:t>
          </a:r>
        </a:p>
      </dsp:txBody>
      <dsp:txXfrm>
        <a:off x="2322562" y="3676461"/>
        <a:ext cx="1316601" cy="5266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B12AC-F7E6-4398-B8D2-EE44EAE92D5B}">
      <dsp:nvSpPr>
        <dsp:cNvPr id="0" name=""/>
        <dsp:cNvSpPr/>
      </dsp:nvSpPr>
      <dsp:spPr>
        <a:xfrm>
          <a:off x="0" y="2040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F09E1-D933-4878-9DA3-74D19A40F197}">
      <dsp:nvSpPr>
        <dsp:cNvPr id="0" name=""/>
        <dsp:cNvSpPr/>
      </dsp:nvSpPr>
      <dsp:spPr>
        <a:xfrm>
          <a:off x="312888" y="234768"/>
          <a:ext cx="568888" cy="5688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6F0D5-79DE-46ED-ADB7-1B40D463B6DD}">
      <dsp:nvSpPr>
        <dsp:cNvPr id="0" name=""/>
        <dsp:cNvSpPr/>
      </dsp:nvSpPr>
      <dsp:spPr>
        <a:xfrm>
          <a:off x="1194666" y="2040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Service communication → RabbitMQ</a:t>
          </a:r>
        </a:p>
      </dsp:txBody>
      <dsp:txXfrm>
        <a:off x="1194666" y="2040"/>
        <a:ext cx="3220052" cy="1034343"/>
      </dsp:txXfrm>
    </dsp:sp>
    <dsp:sp modelId="{FC9D7152-0505-4E7F-A7DE-7B0497EA4DB4}">
      <dsp:nvSpPr>
        <dsp:cNvPr id="0" name=""/>
        <dsp:cNvSpPr/>
      </dsp:nvSpPr>
      <dsp:spPr>
        <a:xfrm>
          <a:off x="0" y="1294969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C3C49-2567-4BC2-9201-8A3FD0855E85}">
      <dsp:nvSpPr>
        <dsp:cNvPr id="0" name=""/>
        <dsp:cNvSpPr/>
      </dsp:nvSpPr>
      <dsp:spPr>
        <a:xfrm>
          <a:off x="312888" y="1527696"/>
          <a:ext cx="568888" cy="5688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E4A11-C826-4CB8-8B3E-F8A6300D540D}">
      <dsp:nvSpPr>
        <dsp:cNvPr id="0" name=""/>
        <dsp:cNvSpPr/>
      </dsp:nvSpPr>
      <dsp:spPr>
        <a:xfrm>
          <a:off x="1194666" y="1294969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Container orchestration → Docker Compose</a:t>
          </a:r>
        </a:p>
      </dsp:txBody>
      <dsp:txXfrm>
        <a:off x="1194666" y="1294969"/>
        <a:ext cx="3220052" cy="1034343"/>
      </dsp:txXfrm>
    </dsp:sp>
    <dsp:sp modelId="{BC4BE05A-BB78-4EB7-9365-06C1F4F3B1D4}">
      <dsp:nvSpPr>
        <dsp:cNvPr id="0" name=""/>
        <dsp:cNvSpPr/>
      </dsp:nvSpPr>
      <dsp:spPr>
        <a:xfrm>
          <a:off x="0" y="2587898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9A6AF-3734-43D7-A069-A899917A8D5E}">
      <dsp:nvSpPr>
        <dsp:cNvPr id="0" name=""/>
        <dsp:cNvSpPr/>
      </dsp:nvSpPr>
      <dsp:spPr>
        <a:xfrm>
          <a:off x="312888" y="2820625"/>
          <a:ext cx="568888" cy="5688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F47C7-4394-42D2-A97C-0A59D855D387}">
      <dsp:nvSpPr>
        <dsp:cNvPr id="0" name=""/>
        <dsp:cNvSpPr/>
      </dsp:nvSpPr>
      <dsp:spPr>
        <a:xfrm>
          <a:off x="1194666" y="2587898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persistence → Docker volumes</a:t>
          </a:r>
        </a:p>
      </dsp:txBody>
      <dsp:txXfrm>
        <a:off x="1194666" y="2587898"/>
        <a:ext cx="3220052" cy="1034343"/>
      </dsp:txXfrm>
    </dsp:sp>
    <dsp:sp modelId="{E2830FA7-50DC-46EE-9346-AFA46091BDA2}">
      <dsp:nvSpPr>
        <dsp:cNvPr id="0" name=""/>
        <dsp:cNvSpPr/>
      </dsp:nvSpPr>
      <dsp:spPr>
        <a:xfrm>
          <a:off x="0" y="3880827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3EDB6-9F4D-44B1-B41A-CEE682E12006}">
      <dsp:nvSpPr>
        <dsp:cNvPr id="0" name=""/>
        <dsp:cNvSpPr/>
      </dsp:nvSpPr>
      <dsp:spPr>
        <a:xfrm>
          <a:off x="312888" y="4113554"/>
          <a:ext cx="568888" cy="5688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6143B-E585-4405-B3CE-C5EB47E3B693}">
      <dsp:nvSpPr>
        <dsp:cNvPr id="0" name=""/>
        <dsp:cNvSpPr/>
      </dsp:nvSpPr>
      <dsp:spPr>
        <a:xfrm>
          <a:off x="1194666" y="3880827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Real-time updates → WebSockets</a:t>
          </a:r>
        </a:p>
      </dsp:txBody>
      <dsp:txXfrm>
        <a:off x="1194666" y="3880827"/>
        <a:ext cx="3220052" cy="10343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12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1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6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0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1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2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2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31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39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58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16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07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35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22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31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01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Mars IoT Monitoring and Automation Platform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D99DB0-5A2A-CCCD-A47C-CD6449DB21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436173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8B21C-738F-4342-09C0-393F4680F5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r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t>Project Context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14350" y="2142067"/>
            <a:ext cx="7598569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Based on a Mars simulation environment provided by the instructor</a:t>
            </a:r>
          </a:p>
          <a:p>
            <a:pPr marL="0" indent="0">
              <a:buNone/>
            </a:pPr>
            <a:r>
              <a:rPr dirty="0"/>
              <a:t>Simulator generates synthetic IoT sensor data</a:t>
            </a:r>
          </a:p>
          <a:p>
            <a:pPr marL="0" indent="0">
              <a:buNone/>
            </a:pPr>
            <a:r>
              <a:rPr dirty="0"/>
              <a:t>Goal: build a data processing platform around the simulator</a:t>
            </a:r>
          </a:p>
          <a:p>
            <a:pPr marL="0" indent="0">
              <a:buNone/>
            </a:pPr>
            <a:r>
              <a:rPr dirty="0"/>
              <a:t>Uses a microservice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Provided Component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3EDF17-7652-F2DC-4BFD-D4F8D0C6D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8963760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rPr dirty="0"/>
              <a:t>Implemented Component</a:t>
            </a:r>
            <a:r>
              <a:rPr lang="en-US" dirty="0"/>
              <a:t>s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5D1D58-53CF-5AB6-130E-98FF966DDE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822667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1FF27B-307F-F9AB-A7F7-7F7DB5A5D5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7594972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354" y="643463"/>
            <a:ext cx="2780072" cy="1608124"/>
          </a:xfrm>
        </p:spPr>
        <p:txBody>
          <a:bodyPr>
            <a:normAutofit/>
          </a:bodyPr>
          <a:lstStyle/>
          <a:p>
            <a:r>
              <a:t>High-Level Architecture</a:t>
            </a:r>
          </a:p>
        </p:txBody>
      </p:sp>
      <p:pic>
        <p:nvPicPr>
          <p:cNvPr id="5" name="Picture 4" descr="A long row of satellite dishes in the sunset">
            <a:extLst>
              <a:ext uri="{FF2B5EF4-FFF2-40B4-BE49-F238E27FC236}">
                <a16:creationId xmlns:a16="http://schemas.microsoft.com/office/drawing/2014/main" id="{42960DF5-C3BF-A647-EF46-97A1A1895E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07" r="11257" b="-2"/>
          <a:stretch>
            <a:fillRect/>
          </a:stretch>
        </p:blipFill>
        <p:spPr>
          <a:xfrm>
            <a:off x="20" y="975"/>
            <a:ext cx="566468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9354" y="2251587"/>
            <a:ext cx="2780072" cy="3972232"/>
          </a:xfrm>
        </p:spPr>
        <p:txBody>
          <a:bodyPr>
            <a:normAutofit/>
          </a:bodyPr>
          <a:lstStyle/>
          <a:p>
            <a:r>
              <a:t>Mars Simulator (provided)</a:t>
            </a:r>
          </a:p>
          <a:p>
            <a:r>
              <a:t>Ingestion Service</a:t>
            </a:r>
          </a:p>
          <a:p>
            <a:r>
              <a:t>RabbitMQ Broker</a:t>
            </a:r>
          </a:p>
          <a:p>
            <a:r>
              <a:t>Automation Service</a:t>
            </a:r>
          </a:p>
          <a:p>
            <a:r>
              <a:t>API Service</a:t>
            </a:r>
          </a:p>
          <a:p>
            <a:r>
              <a:t>Frontend Dashboard</a:t>
            </a:r>
          </a:p>
          <a:p>
            <a:r>
              <a:t>SQLite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python">
            <a:extLst>
              <a:ext uri="{FF2B5EF4-FFF2-40B4-BE49-F238E27FC236}">
                <a16:creationId xmlns:a16="http://schemas.microsoft.com/office/drawing/2014/main" id="{4401A89C-9978-4704-D3FB-40E9EDCCA1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299" r="10033" b="-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142067"/>
            <a:ext cx="7598569" cy="3649133"/>
          </a:xfrm>
        </p:spPr>
        <p:txBody>
          <a:bodyPr>
            <a:normAutofit/>
          </a:bodyPr>
          <a:lstStyle/>
          <a:p>
            <a:r>
              <a:rPr dirty="0"/>
              <a:t>Python microservices</a:t>
            </a:r>
          </a:p>
          <a:p>
            <a:r>
              <a:rPr dirty="0"/>
              <a:t>RabbitMQ messaging</a:t>
            </a:r>
          </a:p>
          <a:p>
            <a:r>
              <a:rPr dirty="0"/>
              <a:t>React frontend</a:t>
            </a:r>
          </a:p>
          <a:p>
            <a:r>
              <a:rPr dirty="0"/>
              <a:t>Docker &amp; Docker Compose</a:t>
            </a:r>
          </a:p>
          <a:p>
            <a:r>
              <a:rPr dirty="0"/>
              <a:t>SQLite database</a:t>
            </a:r>
          </a:p>
          <a:p>
            <a:r>
              <a:rPr dirty="0"/>
              <a:t>REST APIs and </a:t>
            </a:r>
            <a:r>
              <a:rPr dirty="0" err="1"/>
              <a:t>WebSockets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t>Ingestion Service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1D6718-01FB-7C34-58FD-912479604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889964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21B7-39BF-E017-E78B-EF3ECBFA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Ingestion service arhitecture</a:t>
            </a:r>
          </a:p>
        </p:txBody>
      </p:sp>
      <p:pic>
        <p:nvPicPr>
          <p:cNvPr id="5" name="Content Placeholder 4" descr="A diagram of a service&#10;&#10;AI-generated content may be incorrect.">
            <a:extLst>
              <a:ext uri="{FF2B5EF4-FFF2-40B4-BE49-F238E27FC236}">
                <a16:creationId xmlns:a16="http://schemas.microsoft.com/office/drawing/2014/main" id="{3AF93C1F-F7F1-4B33-3C5D-E6D7E90FB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583720"/>
            <a:ext cx="8073286" cy="169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32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RabbitMQ Message Broker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1479299B-D916-6221-3633-F065C2BA11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2665493"/>
              </p:ext>
            </p:extLst>
          </p:nvPr>
        </p:nvGraphicFramePr>
        <p:xfrm>
          <a:off x="457199" y="2142068"/>
          <a:ext cx="7772399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GB" sz="2400">
                <a:solidFill>
                  <a:srgbClr val="FFFFFF"/>
                </a:solidFill>
              </a:rPr>
              <a:t>Automation Service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857165-FF0C-3E8C-DD42-3F4E1798DC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66759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6190-F9DE-453B-E108-83802CDFC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Automation service arhitecture</a:t>
            </a:r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13DF498E-19A8-4D1F-BD83-3071DD359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85130"/>
            <a:ext cx="7772400" cy="316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85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API Service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0C4C77-9B49-C486-F805-45A69181E5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545240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36B4-09A1-1269-6ABE-88C73FD6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API service arhitecture</a:t>
            </a:r>
          </a:p>
        </p:txBody>
      </p:sp>
      <p:pic>
        <p:nvPicPr>
          <p:cNvPr id="5" name="Content Placeholder 4" descr="A diagram of a system&#10;&#10;AI-generated content may be incorrect.">
            <a:extLst>
              <a:ext uri="{FF2B5EF4-FFF2-40B4-BE49-F238E27FC236}">
                <a16:creationId xmlns:a16="http://schemas.microsoft.com/office/drawing/2014/main" id="{2628BBC2-8633-6ECE-270D-90CEFB194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892" y="1940382"/>
            <a:ext cx="6496215" cy="430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91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Database Layer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36999B-5473-7D02-0131-665A2E9F82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630135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rPr lang="en-GB"/>
              <a:t>Frontend Dashboard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EEE7D47-3019-34DD-49EB-CE0F286147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2174614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354" y="643463"/>
            <a:ext cx="2780072" cy="1608124"/>
          </a:xfrm>
        </p:spPr>
        <p:txBody>
          <a:bodyPr>
            <a:normAutofit/>
          </a:bodyPr>
          <a:lstStyle/>
          <a:p>
            <a:r>
              <a:t>Docker Deployment</a:t>
            </a:r>
          </a:p>
        </p:txBody>
      </p:sp>
      <p:pic>
        <p:nvPicPr>
          <p:cNvPr id="5" name="Picture 4" descr="Forklift lifting a container in the yard">
            <a:extLst>
              <a:ext uri="{FF2B5EF4-FFF2-40B4-BE49-F238E27FC236}">
                <a16:creationId xmlns:a16="http://schemas.microsoft.com/office/drawing/2014/main" id="{CF3E699C-C7F6-5D14-2D72-5BE96659F6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85" r="31578" b="-2"/>
          <a:stretch>
            <a:fillRect/>
          </a:stretch>
        </p:blipFill>
        <p:spPr>
          <a:xfrm>
            <a:off x="20" y="975"/>
            <a:ext cx="566468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9354" y="2251587"/>
            <a:ext cx="2780072" cy="3972232"/>
          </a:xfrm>
        </p:spPr>
        <p:txBody>
          <a:bodyPr>
            <a:normAutofit/>
          </a:bodyPr>
          <a:lstStyle/>
          <a:p>
            <a:r>
              <a:t>All components run in containers</a:t>
            </a:r>
          </a:p>
          <a:p>
            <a:r>
              <a:t>Docker Compose orchestrates services</a:t>
            </a:r>
          </a:p>
          <a:p>
            <a:r>
              <a:t>Provides reproducible environments</a:t>
            </a:r>
          </a:p>
          <a:p>
            <a:r>
              <a:t>Manages networking and volumes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Data Flow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86A84F-D45F-79DB-11A3-F77E1BCC7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780511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2FD99C-4B93-57D3-A09E-A399C6755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SYSTEM Architecture DIAGRAM</a:t>
            </a:r>
            <a:endParaRPr kumimoji="1" lang="zh-CN" altLang="en-US" dirty="0"/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F139F672-8E3E-C13B-9C92-74C8141EA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65868"/>
            <a:ext cx="8251031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77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Key Features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C36FA9-1F00-7A3F-A9AB-2E584AB964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707608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Challenges and Solutions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6620FE-3FE4-4930-B953-1DC54A15E5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5095312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t>Conclusion</a:t>
            </a:r>
            <a:endParaRPr lang="en-RO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r>
              <a:t>Demonstrates microservice-based IoT data processing</a:t>
            </a:r>
          </a:p>
          <a:p>
            <a:r>
              <a:t>Event-driven architecture</a:t>
            </a:r>
          </a:p>
          <a:p>
            <a:r>
              <a:t>Containerized deployment</a:t>
            </a:r>
          </a:p>
          <a:p>
            <a:r>
              <a:t>Real-time monitoring dashboard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65</TotalTime>
  <Words>335</Words>
  <Application>Microsoft Macintosh PowerPoint</Application>
  <PresentationFormat>全屏显示(4:3)</PresentationFormat>
  <Paragraphs>104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Celestial</vt:lpstr>
      <vt:lpstr>Mars IoT Monitoring and Automation Platform</vt:lpstr>
      <vt:lpstr>Project Context</vt:lpstr>
      <vt:lpstr>Provided Component</vt:lpstr>
      <vt:lpstr>Implemented Components</vt:lpstr>
      <vt:lpstr>Project Objectives</vt:lpstr>
      <vt:lpstr>High-Level Architecture</vt:lpstr>
      <vt:lpstr>Technology Stack</vt:lpstr>
      <vt:lpstr>Ingestion Service</vt:lpstr>
      <vt:lpstr>Ingestion service arhitecture</vt:lpstr>
      <vt:lpstr>RabbitMQ Message Broker</vt:lpstr>
      <vt:lpstr>Automation Service</vt:lpstr>
      <vt:lpstr>Automation service arhitecture</vt:lpstr>
      <vt:lpstr>API Service</vt:lpstr>
      <vt:lpstr>API service arhitecture</vt:lpstr>
      <vt:lpstr>Database Layer</vt:lpstr>
      <vt:lpstr>Frontend Dashboard</vt:lpstr>
      <vt:lpstr>Docker Deployment</vt:lpstr>
      <vt:lpstr>Data Flow</vt:lpstr>
      <vt:lpstr>SYSTEM Architecture DIAGRAM</vt:lpstr>
      <vt:lpstr>Key Features</vt:lpstr>
      <vt:lpstr>Challenges and Solutions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Yuanzhe Cheng</cp:lastModifiedBy>
  <cp:revision>7</cp:revision>
  <dcterms:created xsi:type="dcterms:W3CDTF">2013-01-27T09:14:16Z</dcterms:created>
  <dcterms:modified xsi:type="dcterms:W3CDTF">2026-03-10T18:29:47Z</dcterms:modified>
  <cp:category/>
</cp:coreProperties>
</file>